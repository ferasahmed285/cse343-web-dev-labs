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2C8B26-949E-F88E-2066-BEACDF531165}" v="78" dt="2025-11-15T09:39:34.3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jsonplaceholder.typicode.com/#:~:text=test%20things%20locally.-,Resources,-JSONPlaceholder%20comes%20with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ostman.com/mshawket-1983809/workspace/mock-server/collection/47478130-40b29099-2864-4ea5-85c9-f33d590d9c63?action=share&amp;source=copy-link&amp;creator=47478130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ina58/lab-8-web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Web Development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CSE343</a:t>
            </a:r>
          </a:p>
          <a:p>
            <a:r>
              <a:rPr lang="en-US" dirty="0"/>
              <a:t>Lab 7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5D108-E672-13C2-02BA-DFBA28A6E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00007-ABE8-77F4-0C30-1640933E4F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4637"/>
            <a:ext cx="9144000" cy="2387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Backend Basics, REST, Async/Await</a:t>
            </a:r>
          </a:p>
        </p:txBody>
      </p:sp>
    </p:spTree>
    <p:extLst>
      <p:ext uri="{BB962C8B-B14F-4D97-AF65-F5344CB8AC3E}">
        <p14:creationId xmlns:p14="http://schemas.microsoft.com/office/powerpoint/2010/main" val="748058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02335-8ABD-3FD3-1A36-C9C3B3467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75153-F92C-1D33-E1BF-1ACB943F9C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The backend</a:t>
            </a:r>
          </a:p>
          <a:p>
            <a:r>
              <a:rPr lang="en-US" dirty="0"/>
              <a:t>REST</a:t>
            </a:r>
          </a:p>
          <a:p>
            <a:r>
              <a:rPr lang="en-US" dirty="0"/>
              <a:t>Let's design our own API</a:t>
            </a:r>
          </a:p>
          <a:p>
            <a:r>
              <a:rPr lang="en-US" dirty="0"/>
              <a:t>How to integrate frontend with backend</a:t>
            </a:r>
          </a:p>
          <a:p>
            <a:r>
              <a:rPr lang="en-US" dirty="0"/>
              <a:t>Async/Await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320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0D999-00BA-CBD1-43A9-5F32D65E2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15BA6-80C5-7C45-A56E-7E4980FA4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backend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4B9D8-F8A0-2F38-EB3D-21CF6169A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The backend is the code that is concerned with the logic of the application</a:t>
            </a:r>
          </a:p>
          <a:p>
            <a:r>
              <a:rPr lang="en-US" dirty="0"/>
              <a:t>As opposed to frontend which is concerned with displaying the application</a:t>
            </a:r>
          </a:p>
          <a:p>
            <a:r>
              <a:rPr lang="en-US"/>
              <a:t>So far, we have been learning frontend</a:t>
            </a:r>
          </a:p>
          <a:p>
            <a:r>
              <a:rPr lang="en-US"/>
              <a:t>Time to learn some backend!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411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17DCA-5629-7D6B-CD83-2D25076E2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A8327-D7B9-3455-BBCE-A50D2E0E8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backend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8E2BD-B91C-7992-1C47-977D38277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So, what does the backend do?</a:t>
            </a:r>
          </a:p>
          <a:p>
            <a:pPr marL="0" indent="0">
              <a:buNone/>
            </a:pPr>
            <a:r>
              <a:rPr lang="en-US" dirty="0"/>
              <a:t>Take Amazon as an example: </a:t>
            </a:r>
          </a:p>
          <a:p>
            <a:r>
              <a:rPr lang="en-US" dirty="0"/>
              <a:t>when you first open the page, the backend sends you the products catalog to be displayed</a:t>
            </a:r>
          </a:p>
          <a:p>
            <a:r>
              <a:rPr lang="en-US" dirty="0"/>
              <a:t>When you order an item, it starts processing your order: updating the stock, creating a delivery shipment, …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It is also responsible for processing the payment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So basically, the backend handles the logic of your application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496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2DF4F-081B-6B04-60C7-1CA59A727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DFFDF-4E56-8B68-C876-B000994E5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backend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3D352-B10E-03F4-3207-D5F13EBA3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For frontend, we used html, </a:t>
            </a:r>
            <a:r>
              <a:rPr lang="en-US" dirty="0" err="1"/>
              <a:t>css</a:t>
            </a:r>
            <a:r>
              <a:rPr lang="en-US" dirty="0"/>
              <a:t>, and </a:t>
            </a:r>
            <a:r>
              <a:rPr lang="en-US" dirty="0" err="1"/>
              <a:t>js</a:t>
            </a:r>
            <a:r>
              <a:rPr lang="en-US" dirty="0"/>
              <a:t> which are the native languages that run in the </a:t>
            </a:r>
            <a:r>
              <a:rPr lang="en-US" dirty="0" err="1"/>
              <a:t>brower</a:t>
            </a:r>
            <a:r>
              <a:rPr lang="en-US" dirty="0"/>
              <a:t>.</a:t>
            </a:r>
          </a:p>
          <a:p>
            <a:r>
              <a:rPr lang="en-US" dirty="0"/>
              <a:t>We also used a library like React to make our lives easer</a:t>
            </a:r>
          </a:p>
          <a:p>
            <a:r>
              <a:rPr lang="en-US" dirty="0"/>
              <a:t>For backend, you can use any programming language.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4147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942DB-F030-4DF6-6861-753DEE7A6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5A9E3-6597-9BE5-0099-67CEFD73E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backend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1A24E-C488-EBA9-F424-4994FAC07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412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Here are some examples for some languages with some of </a:t>
            </a:r>
            <a:r>
              <a:rPr lang="en-US" dirty="0" err="1"/>
              <a:t>theirbackend</a:t>
            </a:r>
            <a:r>
              <a:rPr lang="en-US" dirty="0"/>
              <a:t> </a:t>
            </a:r>
            <a:r>
              <a:rPr lang="en-US" dirty="0" err="1"/>
              <a:t>framwork</a:t>
            </a:r>
            <a:r>
              <a:rPr lang="en-US" dirty="0"/>
              <a:t>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Python: </a:t>
            </a:r>
            <a:r>
              <a:rPr lang="en-US" dirty="0" err="1"/>
              <a:t>FastAPI</a:t>
            </a:r>
            <a:r>
              <a:rPr lang="en-US" dirty="0"/>
              <a:t>, Flask, Django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Java: Spring Boot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Ruby: Ruby on Rails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Go: Gin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/>
              <a:t>Javascript</a:t>
            </a:r>
            <a:r>
              <a:rPr lang="en-US" dirty="0"/>
              <a:t>: Express, </a:t>
            </a:r>
            <a:r>
              <a:rPr lang="en-US" dirty="0" err="1"/>
              <a:t>NestJS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There are many </a:t>
            </a:r>
            <a:r>
              <a:rPr lang="en-US" dirty="0" err="1"/>
              <a:t>many</a:t>
            </a:r>
            <a:r>
              <a:rPr lang="en-US" dirty="0"/>
              <a:t> more of these ...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Essentially, any language had some dudes that said: "I </a:t>
            </a:r>
            <a:r>
              <a:rPr lang="en-US" dirty="0" err="1"/>
              <a:t>wanna</a:t>
            </a:r>
            <a:r>
              <a:rPr lang="en-US" dirty="0"/>
              <a:t> do backend in this language" and built a framework for it</a:t>
            </a:r>
          </a:p>
          <a:p>
            <a:r>
              <a:rPr lang="en-US" dirty="0"/>
              <a:t>We will study some of these later</a:t>
            </a:r>
          </a:p>
        </p:txBody>
      </p:sp>
    </p:spTree>
    <p:extLst>
      <p:ext uri="{BB962C8B-B14F-4D97-AF65-F5344CB8AC3E}">
        <p14:creationId xmlns:p14="http://schemas.microsoft.com/office/powerpoint/2010/main" val="1957225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5DE42-9986-9F78-1320-92D50CE66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FA1DE-24D7-34B4-07F6-6457F5C62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backend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20662-14A7-3995-3567-056A800C99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412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So, how do we approach such an important part of the webapp?</a:t>
            </a:r>
          </a:p>
          <a:p>
            <a:pPr marL="457200" indent="-457200"/>
            <a:r>
              <a:rPr lang="en-US" dirty="0"/>
              <a:t>We have our logic running in any general purpose programming language</a:t>
            </a:r>
          </a:p>
          <a:p>
            <a:pPr marL="457200" indent="-457200"/>
            <a:r>
              <a:rPr lang="en-US" dirty="0"/>
              <a:t>We expose the functionalities through an API</a:t>
            </a:r>
          </a:p>
          <a:p>
            <a:pPr marL="457200" indent="-457200"/>
            <a:r>
              <a:rPr lang="en-US" dirty="0"/>
              <a:t>There are a couple of API architectures out there</a:t>
            </a:r>
          </a:p>
          <a:p>
            <a:pPr marL="457200" indent="-457200"/>
            <a:r>
              <a:rPr lang="en-US" dirty="0"/>
              <a:t>We will focus on one of them since it's the most widely used</a:t>
            </a:r>
          </a:p>
          <a:p>
            <a:pPr marL="457200" indent="-457200"/>
            <a:r>
              <a:rPr lang="en-US" dirty="0"/>
              <a:t>REST!</a:t>
            </a:r>
          </a:p>
        </p:txBody>
      </p:sp>
    </p:spTree>
    <p:extLst>
      <p:ext uri="{BB962C8B-B14F-4D97-AF65-F5344CB8AC3E}">
        <p14:creationId xmlns:p14="http://schemas.microsoft.com/office/powerpoint/2010/main" val="2355383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F1C30-CFDD-4CB9-72CF-317D9839F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1F35F-17F5-EC37-5C90-BF34429D5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2C91A-0460-BDF1-6DDC-1C14FD96A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412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For many applications, the role of the backend simply boils down </a:t>
            </a:r>
            <a:r>
              <a:rPr lang="en-US"/>
              <a:t>to CRUD operations: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/>
              <a:t>C</a:t>
            </a:r>
            <a:r>
              <a:rPr lang="en-US" dirty="0"/>
              <a:t>reate: Inserting data to some database like making an order on amazon (where an order is just a simple entry in the orders table)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/>
              <a:t>R</a:t>
            </a:r>
            <a:r>
              <a:rPr lang="en-US" dirty="0"/>
              <a:t>ead: Reading the data from the database like getting the previously made orders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/>
              <a:t>U</a:t>
            </a:r>
            <a:r>
              <a:rPr lang="en-US" dirty="0"/>
              <a:t>pdate: Updating the data like changing the address for an order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/>
              <a:t>D</a:t>
            </a:r>
            <a:r>
              <a:rPr lang="en-US" dirty="0"/>
              <a:t>elete: Deleting the data like cancelling an order (where the cancellation is simply deleting the order row from the database)</a:t>
            </a:r>
          </a:p>
          <a:p>
            <a:pPr marL="0" indent="0">
              <a:buNone/>
            </a:pP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2919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FBE2C-2888-55BB-3EBC-A3A827C25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6480A-03CD-DBB7-FE17-D9FEE173A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B73AA-9455-0B8D-1620-7C7FB599A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412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Rest uses HTTP methods to achieve these operations:</a:t>
            </a:r>
            <a:endParaRPr lang="en-US"/>
          </a:p>
          <a:p>
            <a:endParaRPr lang="en-US" dirty="0"/>
          </a:p>
        </p:txBody>
      </p:sp>
      <p:pic>
        <p:nvPicPr>
          <p:cNvPr id="4" name="Picture 3" descr="What is REST API?">
            <a:extLst>
              <a:ext uri="{FF2B5EF4-FFF2-40B4-BE49-F238E27FC236}">
                <a16:creationId xmlns:a16="http://schemas.microsoft.com/office/drawing/2014/main" id="{E238F1D1-7CA2-B2C3-F19D-9FBD08AA6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3033" y="2448110"/>
            <a:ext cx="7847160" cy="404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9829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A4E8E-5D16-F66D-2013-FE6292FDF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ACE9D-CEBB-71F8-9370-57EB851EC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B25EB-DD82-1598-5FD5-4920EB3BE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412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Now we know the methods, what's next?</a:t>
            </a:r>
          </a:p>
          <a:p>
            <a:r>
              <a:rPr lang="en-US" dirty="0"/>
              <a:t>We specify the name of the method, then the URL of the data we want to apply the method on. </a:t>
            </a:r>
          </a:p>
          <a:p>
            <a:r>
              <a:rPr lang="en-US" dirty="0"/>
              <a:t>For example: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GET /</a:t>
            </a:r>
            <a:r>
              <a:rPr lang="en-US" dirty="0" err="1"/>
              <a:t>api</a:t>
            </a:r>
            <a:r>
              <a:rPr lang="en-US" dirty="0"/>
              <a:t>/orders -&gt; returns all the orders we made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GET /</a:t>
            </a:r>
            <a:r>
              <a:rPr lang="en-US" err="1"/>
              <a:t>api</a:t>
            </a:r>
            <a:r>
              <a:rPr lang="en-US" dirty="0"/>
              <a:t>/orders/ord1 -&gt; returns the order with ID "ord1"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POST /</a:t>
            </a:r>
            <a:r>
              <a:rPr lang="en-US" dirty="0" err="1"/>
              <a:t>api</a:t>
            </a:r>
            <a:r>
              <a:rPr lang="en-US" dirty="0"/>
              <a:t>/orders -&gt; creates a new order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PUT /</a:t>
            </a:r>
            <a:r>
              <a:rPr lang="en-US" dirty="0" err="1"/>
              <a:t>api</a:t>
            </a:r>
            <a:r>
              <a:rPr lang="en-US" dirty="0"/>
              <a:t>/orders/ord1 -&gt; updates the order with ID "ord1"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DELETE /</a:t>
            </a:r>
            <a:r>
              <a:rPr lang="en-US" dirty="0" err="1"/>
              <a:t>api</a:t>
            </a:r>
            <a:r>
              <a:rPr lang="en-US" dirty="0"/>
              <a:t>/orders/ord1 -&gt; deletes the order with ID "ord1"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412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7327C-6389-960F-AAE1-3F676C444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9B6A6-513B-01EA-1C5A-E341770E6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5384B-41DA-41F0-65F8-8DF5E89D9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412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The data is typically returned in JSON format</a:t>
            </a:r>
          </a:p>
          <a:p>
            <a:r>
              <a:rPr lang="en-US" dirty="0"/>
              <a:t>We can add additional parameters to the data we send with 3 ways: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Path parameters: like "ord1", we are telling the </a:t>
            </a:r>
            <a:r>
              <a:rPr lang="en-US" dirty="0" err="1"/>
              <a:t>api</a:t>
            </a:r>
            <a:r>
              <a:rPr lang="en-US" dirty="0"/>
              <a:t> to return the data with this id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Query parameters: are added after a "?" at the end of the URL and are "&amp;" separated. For example: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/>
              <a:t>GET /</a:t>
            </a:r>
            <a:r>
              <a:rPr lang="en-US" dirty="0" err="1"/>
              <a:t>api</a:t>
            </a:r>
            <a:r>
              <a:rPr lang="en-US" dirty="0"/>
              <a:t>/</a:t>
            </a:r>
            <a:r>
              <a:rPr lang="en-US" dirty="0" err="1"/>
              <a:t>orders?</a:t>
            </a:r>
            <a:r>
              <a:rPr lang="en-US" b="1" dirty="0" err="1"/>
              <a:t>sortBy</a:t>
            </a:r>
            <a:r>
              <a:rPr lang="en-US" b="1" dirty="0"/>
              <a:t>=</a:t>
            </a:r>
            <a:r>
              <a:rPr lang="en-US" b="1" dirty="0" err="1"/>
              <a:t>date</a:t>
            </a:r>
            <a:r>
              <a:rPr lang="en-US" dirty="0" err="1"/>
              <a:t>&amp;</a:t>
            </a:r>
            <a:r>
              <a:rPr lang="en-US" b="1" dirty="0" err="1"/>
              <a:t>order</a:t>
            </a:r>
            <a:r>
              <a:rPr lang="en-US" b="1" dirty="0"/>
              <a:t>=</a:t>
            </a:r>
            <a:r>
              <a:rPr lang="en-US" b="1" dirty="0" err="1"/>
              <a:t>asc</a:t>
            </a:r>
            <a:endParaRPr lang="en-US" b="1"/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/>
              <a:t>This is telling the API to sort the orders by their dates in ascending orders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Body: Sending a </a:t>
            </a:r>
            <a:r>
              <a:rPr lang="en-US" dirty="0" err="1"/>
              <a:t>json</a:t>
            </a:r>
            <a:r>
              <a:rPr lang="en-US" dirty="0"/>
              <a:t> body with the request for additional data. For example sending the date of the order in the body of the POST requests</a:t>
            </a:r>
          </a:p>
        </p:txBody>
      </p:sp>
    </p:spTree>
    <p:extLst>
      <p:ext uri="{BB962C8B-B14F-4D97-AF65-F5344CB8AC3E}">
        <p14:creationId xmlns:p14="http://schemas.microsoft.com/office/powerpoint/2010/main" val="3266153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6FB26-7B91-2B51-FAED-33894C771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997CF-B75A-81DC-6AC9-4A3C399BF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5E7F7-5B2E-B549-FEB9-D35D61CC2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412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Okay that was a lot of information… </a:t>
            </a:r>
            <a:endParaRPr lang="en-US"/>
          </a:p>
          <a:p>
            <a:r>
              <a:rPr lang="en-US" dirty="0"/>
              <a:t>For now, know that there are 3 ways to pass arguments to your API call: query parameter, path parameters, and the body</a:t>
            </a:r>
          </a:p>
          <a:p>
            <a:pPr>
              <a:buFont typeface="Arial"/>
              <a:buChar char="•"/>
            </a:pPr>
            <a:r>
              <a:rPr lang="en-US" dirty="0"/>
              <a:t>Use path parameters for IDs to specify the item you are accessing</a:t>
            </a:r>
          </a:p>
          <a:p>
            <a:pPr>
              <a:buFont typeface="Arial"/>
              <a:buChar char="•"/>
            </a:pPr>
            <a:r>
              <a:rPr lang="en-US" dirty="0"/>
              <a:t>Use query parameters for small data like sorting and filtering</a:t>
            </a:r>
          </a:p>
          <a:p>
            <a:pPr>
              <a:buFont typeface="Arial"/>
              <a:buChar char="•"/>
            </a:pPr>
            <a:r>
              <a:rPr lang="en-US" dirty="0"/>
              <a:t>Use body for large data. Typically in JSON</a:t>
            </a:r>
          </a:p>
          <a:p>
            <a:pPr>
              <a:buFont typeface="Arial"/>
              <a:buChar char="•"/>
            </a:pPr>
            <a:r>
              <a:rPr lang="en-US" dirty="0"/>
              <a:t>BTW, GET requests cannot have a body/payload</a:t>
            </a:r>
          </a:p>
        </p:txBody>
      </p:sp>
    </p:spTree>
    <p:extLst>
      <p:ext uri="{BB962C8B-B14F-4D97-AF65-F5344CB8AC3E}">
        <p14:creationId xmlns:p14="http://schemas.microsoft.com/office/powerpoint/2010/main" val="23185360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216B9-28BC-2915-7FA4-400BB05C8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2FF7C-5E80-9DE4-3690-C5C64EF8A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0F05B-174F-76EF-D288-6A7863CA2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412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Let's try sending some requests to some APIs</a:t>
            </a:r>
          </a:p>
          <a:p>
            <a:r>
              <a:rPr lang="en-US" dirty="0"/>
              <a:t>To do that, we will use Postman</a:t>
            </a:r>
          </a:p>
          <a:p>
            <a:r>
              <a:rPr lang="en-US" dirty="0"/>
              <a:t>Open it</a:t>
            </a:r>
          </a:p>
          <a:p>
            <a:r>
              <a:rPr lang="en-US" dirty="0"/>
              <a:t>Let's play with this </a:t>
            </a:r>
            <a:r>
              <a:rPr lang="en-US" dirty="0">
                <a:hlinkClick r:id="rId2"/>
              </a:rPr>
              <a:t>API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8830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D5E82-DA95-C914-CE8E-919B8266F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CBAC3-BC69-00C8-096A-278C34497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ptos Display"/>
              </a:rPr>
              <a:t>Let's design our own API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DAA4F-AE88-DB88-D648-E97A3479D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412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We want a very simple twitter like API where the user can:</a:t>
            </a:r>
          </a:p>
          <a:p>
            <a:r>
              <a:rPr lang="en-US"/>
              <a:t>Upload a post</a:t>
            </a:r>
          </a:p>
          <a:p>
            <a:r>
              <a:rPr lang="en-US" dirty="0"/>
              <a:t>Edit a post</a:t>
            </a:r>
          </a:p>
          <a:p>
            <a:r>
              <a:rPr lang="en-US" dirty="0"/>
              <a:t>Delete a post</a:t>
            </a:r>
          </a:p>
          <a:p>
            <a:r>
              <a:rPr lang="en-US"/>
              <a:t>Read all posts</a:t>
            </a:r>
          </a:p>
          <a:p>
            <a:r>
              <a:rPr lang="en-US" dirty="0"/>
              <a:t>Add a comment to a post</a:t>
            </a:r>
          </a:p>
          <a:p>
            <a:r>
              <a:rPr lang="en-US" dirty="0"/>
              <a:t>Read post comments</a:t>
            </a:r>
          </a:p>
        </p:txBody>
      </p:sp>
    </p:spTree>
    <p:extLst>
      <p:ext uri="{BB962C8B-B14F-4D97-AF65-F5344CB8AC3E}">
        <p14:creationId xmlns:p14="http://schemas.microsoft.com/office/powerpoint/2010/main" val="31794793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6AB52-5D66-43DC-2176-53413A7F6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4E655-A9A8-0ABB-E3BC-5ACD0B39C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ptos Display"/>
              </a:rPr>
              <a:t>Let's design our own API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7C1AE-0348-3E14-8B28-57BB54903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412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/>
            <a:r>
              <a:rPr lang="en-US" dirty="0"/>
              <a:t>We will design it in using postman mock servers</a:t>
            </a:r>
          </a:p>
          <a:p>
            <a:pPr marL="457200" indent="-457200"/>
            <a:r>
              <a:rPr lang="en-US" dirty="0"/>
              <a:t>Our mock server will return static data</a:t>
            </a:r>
          </a:p>
          <a:p>
            <a:pPr marL="457200" indent="-457200"/>
            <a:r>
              <a:rPr lang="en-US" dirty="0">
                <a:hlinkClick r:id="rId2"/>
              </a:rPr>
              <a:t>Solution</a:t>
            </a:r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3194748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23B09-0113-4490-DC12-81AE916C7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69EAA-609C-FE99-CE17-8386705B6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ptos Display"/>
              </a:rPr>
              <a:t>How to integrate frontend to backend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204F4-66E5-EA4D-596F-C005BBCE3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412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Well, that was fun. Now, how can we make the frontend access our beautiful backend?</a:t>
            </a:r>
          </a:p>
          <a:p>
            <a:pPr marL="457200" indent="-457200"/>
            <a:r>
              <a:rPr lang="en-US" dirty="0"/>
              <a:t>We have a very simple API in </a:t>
            </a:r>
            <a:r>
              <a:rPr lang="en-US" dirty="0" err="1"/>
              <a:t>javascript</a:t>
            </a:r>
            <a:r>
              <a:rPr lang="en-US" dirty="0"/>
              <a:t> called fetch</a:t>
            </a:r>
          </a:p>
          <a:p>
            <a:pPr marL="457200" indent="-457200"/>
            <a:r>
              <a:rPr lang="en-US" dirty="0"/>
              <a:t>We simply give it the http method, the </a:t>
            </a:r>
            <a:r>
              <a:rPr lang="en-US" dirty="0" err="1"/>
              <a:t>url</a:t>
            </a:r>
            <a:r>
              <a:rPr lang="en-US" dirty="0"/>
              <a:t> and other parameters and it calls the API for us</a:t>
            </a:r>
          </a:p>
          <a:p>
            <a:pPr marL="457200" indent="-457200"/>
            <a:r>
              <a:rPr lang="en-US" dirty="0">
                <a:ea typeface="+mn-lt"/>
                <a:cs typeface="+mn-lt"/>
              </a:rPr>
              <a:t>fetch('https://.../posts', {method: "POST"})</a:t>
            </a:r>
          </a:p>
          <a:p>
            <a:pPr marL="457200" indent="-457200"/>
            <a:endParaRPr lang="en-US" dirty="0">
              <a:ea typeface="+mn-lt"/>
              <a:cs typeface="+mn-lt"/>
            </a:endParaRPr>
          </a:p>
          <a:p>
            <a:pPr marL="457200" indent="-457200"/>
            <a:r>
              <a:rPr lang="en-US" dirty="0">
                <a:ea typeface="+mn-lt"/>
                <a:cs typeface="+mn-lt"/>
              </a:rPr>
              <a:t>There is one issue though...</a:t>
            </a:r>
          </a:p>
          <a:p>
            <a:pPr marL="457200" indent="-457200"/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637663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9135B-E353-86C7-D3CE-1C3AE7441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418B2-5080-9E12-07FD-E0389400F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ptos Display"/>
              </a:rPr>
              <a:t>How to integrate frontend to backend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7093A-5B0F-F60A-D6BB-143625687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412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/>
            <a:r>
              <a:rPr lang="en-US" dirty="0">
                <a:ea typeface="+mn-lt"/>
                <a:cs typeface="+mn-lt"/>
              </a:rPr>
              <a:t>These requests take time!</a:t>
            </a: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Time for the server to process the request</a:t>
            </a: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Time for the request and response travelling in the network</a:t>
            </a:r>
          </a:p>
          <a:p>
            <a:pPr marL="457200" indent="-457200"/>
            <a:r>
              <a:rPr lang="en-US" dirty="0">
                <a:ea typeface="+mn-lt"/>
                <a:cs typeface="+mn-lt"/>
              </a:rPr>
              <a:t>So, we cannot simply block everything waiting for the request to return</a:t>
            </a:r>
          </a:p>
          <a:p>
            <a:pPr marL="457200" indent="-457200"/>
            <a:r>
              <a:rPr lang="en-US" dirty="0">
                <a:ea typeface="+mn-lt"/>
                <a:cs typeface="+mn-lt"/>
              </a:rPr>
              <a:t>What we want is for the browser to start the request, go on with its business, and when the response arrives it should continue the function</a:t>
            </a:r>
          </a:p>
          <a:p>
            <a:pPr marL="457200" indent="-457200"/>
            <a:r>
              <a:rPr lang="en-US" dirty="0">
                <a:ea typeface="+mn-lt"/>
                <a:cs typeface="+mn-lt"/>
              </a:rPr>
              <a:t>To do that we use Async/Await</a:t>
            </a:r>
          </a:p>
        </p:txBody>
      </p:sp>
    </p:spTree>
    <p:extLst>
      <p:ext uri="{BB962C8B-B14F-4D97-AF65-F5344CB8AC3E}">
        <p14:creationId xmlns:p14="http://schemas.microsoft.com/office/powerpoint/2010/main" val="10785623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51A23-5CBE-7DBD-800C-36BDF685A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8E72F-447A-0E01-07CC-CB095B0E1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ptos Display"/>
              </a:rPr>
              <a:t>Async/Await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453F3-864E-E51C-1EED-5849E99A2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412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/>
            <a:r>
              <a:rPr lang="en-US" b="1" dirty="0">
                <a:latin typeface="Aptos"/>
                <a:ea typeface="+mn-lt"/>
                <a:cs typeface="+mn-lt"/>
              </a:rPr>
              <a:t>async</a:t>
            </a:r>
            <a:r>
              <a:rPr lang="en-US" dirty="0">
                <a:ea typeface="+mn-lt"/>
                <a:cs typeface="+mn-lt"/>
              </a:rPr>
              <a:t>: A keyword you add before a function declaration. It tells JavaScript, "This function will contain asynchronous operations."</a:t>
            </a:r>
          </a:p>
          <a:p>
            <a:pPr marL="457200" indent="-457200"/>
            <a:r>
              <a:rPr lang="en-US" b="1" dirty="0">
                <a:latin typeface="Aptos"/>
                <a:ea typeface="+mn-lt"/>
                <a:cs typeface="+mn-lt"/>
              </a:rPr>
              <a:t>await</a:t>
            </a:r>
            <a:r>
              <a:rPr lang="en-US" dirty="0">
                <a:ea typeface="+mn-lt"/>
                <a:cs typeface="+mn-lt"/>
              </a:rPr>
              <a:t>: A keyword you use inside an </a:t>
            </a:r>
            <a:r>
              <a:rPr lang="en-US" dirty="0">
                <a:latin typeface="Aptos"/>
                <a:ea typeface="+mn-lt"/>
                <a:cs typeface="+mn-lt"/>
              </a:rPr>
              <a:t>async</a:t>
            </a:r>
            <a:r>
              <a:rPr lang="en-US" dirty="0">
                <a:ea typeface="+mn-lt"/>
                <a:cs typeface="+mn-lt"/>
              </a:rPr>
              <a:t> function. It "pauses" the function execution until a Promise resolves, then gives you the result.</a:t>
            </a:r>
          </a:p>
        </p:txBody>
      </p:sp>
    </p:spTree>
    <p:extLst>
      <p:ext uri="{BB962C8B-B14F-4D97-AF65-F5344CB8AC3E}">
        <p14:creationId xmlns:p14="http://schemas.microsoft.com/office/powerpoint/2010/main" val="33027072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775BE-441B-2CD4-E4B9-40A3D2D3F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6E08A-1F3B-0F02-53AB-4E38B70E4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ptos Display"/>
              </a:rPr>
              <a:t>Async/Await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5A43C52-A508-FE88-331E-F63C7660F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Let's see this in action</a:t>
            </a:r>
          </a:p>
          <a:p>
            <a:r>
              <a:rPr lang="en-US" dirty="0"/>
              <a:t>Fork this repo: </a:t>
            </a:r>
            <a:r>
              <a:rPr lang="en-US" dirty="0">
                <a:ea typeface="+mn-lt"/>
                <a:cs typeface="+mn-lt"/>
                <a:hlinkClick r:id="rId2"/>
              </a:rPr>
              <a:t>https://github.com/mina58/lab-8-web</a:t>
            </a:r>
            <a:endParaRPr lang="en-US" dirty="0">
              <a:ea typeface="+mn-lt"/>
              <a:cs typeface="+mn-lt"/>
            </a:endParaRPr>
          </a:p>
          <a:p>
            <a:r>
              <a:rPr lang="en-US"/>
              <a:t>Clone it</a:t>
            </a:r>
          </a:p>
          <a:p>
            <a:r>
              <a:rPr lang="en-US"/>
              <a:t>Change the URL in api.js to your mock </a:t>
            </a:r>
            <a:r>
              <a:rPr lang="en-US" err="1"/>
              <a:t>api</a:t>
            </a:r>
          </a:p>
          <a:p>
            <a:r>
              <a:rPr lang="en-US" dirty="0"/>
              <a:t>Implement the functions using await fetch and the API endpoints you created</a:t>
            </a:r>
          </a:p>
        </p:txBody>
      </p:sp>
    </p:spTree>
    <p:extLst>
      <p:ext uri="{BB962C8B-B14F-4D97-AF65-F5344CB8AC3E}">
        <p14:creationId xmlns:p14="http://schemas.microsoft.com/office/powerpoint/2010/main" val="1791087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Web Development</vt:lpstr>
      <vt:lpstr>Backend Basics, REST, Async/Await</vt:lpstr>
      <vt:lpstr>Agenda</vt:lpstr>
      <vt:lpstr>The backend</vt:lpstr>
      <vt:lpstr>The backend</vt:lpstr>
      <vt:lpstr>The backend</vt:lpstr>
      <vt:lpstr>The backend</vt:lpstr>
      <vt:lpstr>The backend</vt:lpstr>
      <vt:lpstr>REST</vt:lpstr>
      <vt:lpstr>REST</vt:lpstr>
      <vt:lpstr>REST</vt:lpstr>
      <vt:lpstr>REST</vt:lpstr>
      <vt:lpstr>REST</vt:lpstr>
      <vt:lpstr>REST</vt:lpstr>
      <vt:lpstr>Let's design our own API</vt:lpstr>
      <vt:lpstr>Let's design our own API</vt:lpstr>
      <vt:lpstr>How to integrate frontend to backend</vt:lpstr>
      <vt:lpstr>How to integrate frontend to backend</vt:lpstr>
      <vt:lpstr>Async/Await</vt:lpstr>
      <vt:lpstr>Async/Await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494</cp:revision>
  <dcterms:created xsi:type="dcterms:W3CDTF">2013-07-15T20:26:40Z</dcterms:created>
  <dcterms:modified xsi:type="dcterms:W3CDTF">2025-11-15T13:19:04Z</dcterms:modified>
</cp:coreProperties>
</file>