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94" r:id="rId6"/>
    <p:sldId id="293" r:id="rId7"/>
    <p:sldId id="295" r:id="rId8"/>
    <p:sldId id="296" r:id="rId9"/>
    <p:sldId id="297" r:id="rId10"/>
    <p:sldId id="261" r:id="rId11"/>
    <p:sldId id="262" r:id="rId12"/>
    <p:sldId id="263" r:id="rId13"/>
    <p:sldId id="264" r:id="rId14"/>
    <p:sldId id="298" r:id="rId15"/>
    <p:sldId id="265" r:id="rId16"/>
    <p:sldId id="299" r:id="rId17"/>
    <p:sldId id="286" r:id="rId18"/>
    <p:sldId id="300" r:id="rId19"/>
    <p:sldId id="301" r:id="rId20"/>
    <p:sldId id="302"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C19BC-D890-4F67-AE48-AB96FC5F5090}" v="115" dt="2025-12-16T16:17:01.5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dy  Osama Mohammed El-Sayed Farag" userId="ce30e293-d0d5-48cf-89a7-3adfd3b27b58" providerId="ADAL" clId="{6ED7B234-E96D-48DF-8D42-FA690BF8F431}"/>
    <pc:docChg chg="undo redo custSel addSld delSld modSld">
      <pc:chgData name="Hamdy  Osama Mohammed El-Sayed Farag" userId="ce30e293-d0d5-48cf-89a7-3adfd3b27b58" providerId="ADAL" clId="{6ED7B234-E96D-48DF-8D42-FA690BF8F431}" dt="2025-12-16T16:17:01.534" v="6078"/>
      <pc:docMkLst>
        <pc:docMk/>
      </pc:docMkLst>
      <pc:sldChg chg="modSp mod">
        <pc:chgData name="Hamdy  Osama Mohammed El-Sayed Farag" userId="ce30e293-d0d5-48cf-89a7-3adfd3b27b58" providerId="ADAL" clId="{6ED7B234-E96D-48DF-8D42-FA690BF8F431}" dt="2025-12-11T22:27:42.661" v="74" actId="20577"/>
        <pc:sldMkLst>
          <pc:docMk/>
          <pc:sldMk cId="0" sldId="256"/>
        </pc:sldMkLst>
        <pc:spChg chg="mod">
          <ac:chgData name="Hamdy  Osama Mohammed El-Sayed Farag" userId="ce30e293-d0d5-48cf-89a7-3adfd3b27b58" providerId="ADAL" clId="{6ED7B234-E96D-48DF-8D42-FA690BF8F431}" dt="2025-12-11T22:27:42.661" v="74" actId="20577"/>
          <ac:spMkLst>
            <pc:docMk/>
            <pc:sldMk cId="0" sldId="256"/>
            <ac:spMk id="55" creationId="{00000000-0000-0000-0000-000000000000}"/>
          </ac:spMkLst>
        </pc:spChg>
      </pc:sldChg>
      <pc:sldChg chg="addSp modSp mod">
        <pc:chgData name="Hamdy  Osama Mohammed El-Sayed Farag" userId="ce30e293-d0d5-48cf-89a7-3adfd3b27b58" providerId="ADAL" clId="{6ED7B234-E96D-48DF-8D42-FA690BF8F431}" dt="2025-12-12T00:13:30.516" v="1755" actId="20577"/>
        <pc:sldMkLst>
          <pc:docMk/>
          <pc:sldMk cId="0" sldId="257"/>
        </pc:sldMkLst>
        <pc:spChg chg="add mod">
          <ac:chgData name="Hamdy  Osama Mohammed El-Sayed Farag" userId="ce30e293-d0d5-48cf-89a7-3adfd3b27b58" providerId="ADAL" clId="{6ED7B234-E96D-48DF-8D42-FA690BF8F431}" dt="2025-12-12T00:13:30.516" v="1755" actId="20577"/>
          <ac:spMkLst>
            <pc:docMk/>
            <pc:sldMk cId="0" sldId="257"/>
            <ac:spMk id="2" creationId="{3465E987-DE8A-35CC-89D5-5AFAD85BF414}"/>
          </ac:spMkLst>
        </pc:spChg>
        <pc:spChg chg="mod">
          <ac:chgData name="Hamdy  Osama Mohammed El-Sayed Farag" userId="ce30e293-d0d5-48cf-89a7-3adfd3b27b58" providerId="ADAL" clId="{6ED7B234-E96D-48DF-8D42-FA690BF8F431}" dt="2025-12-11T22:34:31.697" v="156" actId="1036"/>
          <ac:spMkLst>
            <pc:docMk/>
            <pc:sldMk cId="0" sldId="257"/>
            <ac:spMk id="60" creationId="{00000000-0000-0000-0000-000000000000}"/>
          </ac:spMkLst>
        </pc:spChg>
      </pc:sldChg>
      <pc:sldChg chg="addSp modSp mod">
        <pc:chgData name="Hamdy  Osama Mohammed El-Sayed Farag" userId="ce30e293-d0d5-48cf-89a7-3adfd3b27b58" providerId="ADAL" clId="{6ED7B234-E96D-48DF-8D42-FA690BF8F431}" dt="2025-12-11T22:44:50.981" v="417" actId="1076"/>
        <pc:sldMkLst>
          <pc:docMk/>
          <pc:sldMk cId="0" sldId="258"/>
        </pc:sldMkLst>
        <pc:spChg chg="mod">
          <ac:chgData name="Hamdy  Osama Mohammed El-Sayed Farag" userId="ce30e293-d0d5-48cf-89a7-3adfd3b27b58" providerId="ADAL" clId="{6ED7B234-E96D-48DF-8D42-FA690BF8F431}" dt="2025-12-11T22:38:50.568" v="322" actId="20577"/>
          <ac:spMkLst>
            <pc:docMk/>
            <pc:sldMk cId="0" sldId="258"/>
            <ac:spMk id="65" creationId="{00000000-0000-0000-0000-000000000000}"/>
          </ac:spMkLst>
        </pc:spChg>
        <pc:spChg chg="mod">
          <ac:chgData name="Hamdy  Osama Mohammed El-Sayed Farag" userId="ce30e293-d0d5-48cf-89a7-3adfd3b27b58" providerId="ADAL" clId="{6ED7B234-E96D-48DF-8D42-FA690BF8F431}" dt="2025-12-11T22:44:50.981" v="417" actId="1076"/>
          <ac:spMkLst>
            <pc:docMk/>
            <pc:sldMk cId="0" sldId="258"/>
            <ac:spMk id="66" creationId="{00000000-0000-0000-0000-000000000000}"/>
          </ac:spMkLst>
        </pc:spChg>
        <pc:picChg chg="add mod">
          <ac:chgData name="Hamdy  Osama Mohammed El-Sayed Farag" userId="ce30e293-d0d5-48cf-89a7-3adfd3b27b58" providerId="ADAL" clId="{6ED7B234-E96D-48DF-8D42-FA690BF8F431}" dt="2025-12-11T22:44:35.180" v="414" actId="1037"/>
          <ac:picMkLst>
            <pc:docMk/>
            <pc:sldMk cId="0" sldId="258"/>
            <ac:picMk id="3" creationId="{9875A9B1-491C-9587-B25F-6CB522CCB6BA}"/>
          </ac:picMkLst>
        </pc:picChg>
      </pc:sldChg>
      <pc:sldChg chg="addSp modSp mod">
        <pc:chgData name="Hamdy  Osama Mohammed El-Sayed Farag" userId="ce30e293-d0d5-48cf-89a7-3adfd3b27b58" providerId="ADAL" clId="{6ED7B234-E96D-48DF-8D42-FA690BF8F431}" dt="2025-12-16T16:17:01.534" v="6078"/>
        <pc:sldMkLst>
          <pc:docMk/>
          <pc:sldMk cId="0" sldId="259"/>
        </pc:sldMkLst>
        <pc:spChg chg="mod">
          <ac:chgData name="Hamdy  Osama Mohammed El-Sayed Farag" userId="ce30e293-d0d5-48cf-89a7-3adfd3b27b58" providerId="ADAL" clId="{6ED7B234-E96D-48DF-8D42-FA690BF8F431}" dt="2025-12-11T23:03:27.771" v="640" actId="14100"/>
          <ac:spMkLst>
            <pc:docMk/>
            <pc:sldMk cId="0" sldId="259"/>
            <ac:spMk id="71" creationId="{00000000-0000-0000-0000-000000000000}"/>
          </ac:spMkLst>
        </pc:spChg>
        <pc:spChg chg="mod">
          <ac:chgData name="Hamdy  Osama Mohammed El-Sayed Farag" userId="ce30e293-d0d5-48cf-89a7-3adfd3b27b58" providerId="ADAL" clId="{6ED7B234-E96D-48DF-8D42-FA690BF8F431}" dt="2025-12-11T23:05:13.690" v="666" actId="27636"/>
          <ac:spMkLst>
            <pc:docMk/>
            <pc:sldMk cId="0" sldId="259"/>
            <ac:spMk id="72" creationId="{00000000-0000-0000-0000-000000000000}"/>
          </ac:spMkLst>
        </pc:spChg>
        <pc:picChg chg="add mod">
          <ac:chgData name="Hamdy  Osama Mohammed El-Sayed Farag" userId="ce30e293-d0d5-48cf-89a7-3adfd3b27b58" providerId="ADAL" clId="{6ED7B234-E96D-48DF-8D42-FA690BF8F431}" dt="2025-12-11T23:02:38.752" v="619" actId="14100"/>
          <ac:picMkLst>
            <pc:docMk/>
            <pc:sldMk cId="0" sldId="259"/>
            <ac:picMk id="3" creationId="{C3884C1E-4404-E4A8-8DAE-A3500BA6013A}"/>
          </ac:picMkLst>
        </pc:picChg>
        <pc:picChg chg="add mod">
          <ac:chgData name="Hamdy  Osama Mohammed El-Sayed Farag" userId="ce30e293-d0d5-48cf-89a7-3adfd3b27b58" providerId="ADAL" clId="{6ED7B234-E96D-48DF-8D42-FA690BF8F431}" dt="2025-12-11T23:02:52.646" v="624" actId="1076"/>
          <ac:picMkLst>
            <pc:docMk/>
            <pc:sldMk cId="0" sldId="259"/>
            <ac:picMk id="5" creationId="{3C761497-B11A-7C4F-CC4E-0A76A5DE1D79}"/>
          </ac:picMkLst>
        </pc:picChg>
        <pc:inkChg chg="add">
          <ac:chgData name="Hamdy  Osama Mohammed El-Sayed Farag" userId="ce30e293-d0d5-48cf-89a7-3adfd3b27b58" providerId="ADAL" clId="{6ED7B234-E96D-48DF-8D42-FA690BF8F431}" dt="2025-12-16T16:17:01.534" v="6078"/>
          <ac:inkMkLst>
            <pc:docMk/>
            <pc:sldMk cId="0" sldId="259"/>
            <ac:inkMk id="2" creationId="{9C3A10DB-B6C2-25EE-8CC4-03721490204F}"/>
          </ac:inkMkLst>
        </pc:inkChg>
      </pc:sldChg>
      <pc:sldChg chg="modSp mod">
        <pc:chgData name="Hamdy  Osama Mohammed El-Sayed Farag" userId="ce30e293-d0d5-48cf-89a7-3adfd3b27b58" providerId="ADAL" clId="{6ED7B234-E96D-48DF-8D42-FA690BF8F431}" dt="2025-12-12T01:36:33.798" v="4478" actId="20577"/>
        <pc:sldMkLst>
          <pc:docMk/>
          <pc:sldMk cId="0" sldId="261"/>
        </pc:sldMkLst>
        <pc:spChg chg="mod">
          <ac:chgData name="Hamdy  Osama Mohammed El-Sayed Farag" userId="ce30e293-d0d5-48cf-89a7-3adfd3b27b58" providerId="ADAL" clId="{6ED7B234-E96D-48DF-8D42-FA690BF8F431}" dt="2025-12-12T01:36:33.798" v="4478" actId="20577"/>
          <ac:spMkLst>
            <pc:docMk/>
            <pc:sldMk cId="0" sldId="261"/>
            <ac:spMk id="83" creationId="{00000000-0000-0000-0000-000000000000}"/>
          </ac:spMkLst>
        </pc:spChg>
      </pc:sldChg>
      <pc:sldChg chg="addSp delSp modSp mod">
        <pc:chgData name="Hamdy  Osama Mohammed El-Sayed Farag" userId="ce30e293-d0d5-48cf-89a7-3adfd3b27b58" providerId="ADAL" clId="{6ED7B234-E96D-48DF-8D42-FA690BF8F431}" dt="2025-12-12T03:38:43.909" v="4692" actId="1076"/>
        <pc:sldMkLst>
          <pc:docMk/>
          <pc:sldMk cId="0" sldId="262"/>
        </pc:sldMkLst>
        <pc:spChg chg="mod">
          <ac:chgData name="Hamdy  Osama Mohammed El-Sayed Farag" userId="ce30e293-d0d5-48cf-89a7-3adfd3b27b58" providerId="ADAL" clId="{6ED7B234-E96D-48DF-8D42-FA690BF8F431}" dt="2025-12-12T03:33:40.584" v="4556" actId="20577"/>
          <ac:spMkLst>
            <pc:docMk/>
            <pc:sldMk cId="0" sldId="262"/>
            <ac:spMk id="88" creationId="{00000000-0000-0000-0000-000000000000}"/>
          </ac:spMkLst>
        </pc:spChg>
        <pc:spChg chg="mod">
          <ac:chgData name="Hamdy  Osama Mohammed El-Sayed Farag" userId="ce30e293-d0d5-48cf-89a7-3adfd3b27b58" providerId="ADAL" clId="{6ED7B234-E96D-48DF-8D42-FA690BF8F431}" dt="2025-12-12T03:38:27.483" v="4686" actId="20577"/>
          <ac:spMkLst>
            <pc:docMk/>
            <pc:sldMk cId="0" sldId="262"/>
            <ac:spMk id="89" creationId="{00000000-0000-0000-0000-000000000000}"/>
          </ac:spMkLst>
        </pc:spChg>
        <pc:picChg chg="add mod">
          <ac:chgData name="Hamdy  Osama Mohammed El-Sayed Farag" userId="ce30e293-d0d5-48cf-89a7-3adfd3b27b58" providerId="ADAL" clId="{6ED7B234-E96D-48DF-8D42-FA690BF8F431}" dt="2025-12-12T03:38:43.909" v="4692" actId="1076"/>
          <ac:picMkLst>
            <pc:docMk/>
            <pc:sldMk cId="0" sldId="262"/>
            <ac:picMk id="3" creationId="{2A49F86D-05E2-3F2A-4539-81568B4E6275}"/>
          </ac:picMkLst>
        </pc:picChg>
      </pc:sldChg>
      <pc:sldChg chg="addSp modSp mod">
        <pc:chgData name="Hamdy  Osama Mohammed El-Sayed Farag" userId="ce30e293-d0d5-48cf-89a7-3adfd3b27b58" providerId="ADAL" clId="{6ED7B234-E96D-48DF-8D42-FA690BF8F431}" dt="2025-12-12T03:44:34.856" v="4820" actId="313"/>
        <pc:sldMkLst>
          <pc:docMk/>
          <pc:sldMk cId="0" sldId="263"/>
        </pc:sldMkLst>
        <pc:spChg chg="add mod">
          <ac:chgData name="Hamdy  Osama Mohammed El-Sayed Farag" userId="ce30e293-d0d5-48cf-89a7-3adfd3b27b58" providerId="ADAL" clId="{6ED7B234-E96D-48DF-8D42-FA690BF8F431}" dt="2025-12-12T03:44:34.856" v="4820" actId="313"/>
          <ac:spMkLst>
            <pc:docMk/>
            <pc:sldMk cId="0" sldId="263"/>
            <ac:spMk id="6" creationId="{4AC4FB9F-EF8B-7C8E-4F91-3DEDDFCFB658}"/>
          </ac:spMkLst>
        </pc:spChg>
        <pc:spChg chg="mod">
          <ac:chgData name="Hamdy  Osama Mohammed El-Sayed Farag" userId="ce30e293-d0d5-48cf-89a7-3adfd3b27b58" providerId="ADAL" clId="{6ED7B234-E96D-48DF-8D42-FA690BF8F431}" dt="2025-12-12T03:43:23.407" v="4766" actId="1076"/>
          <ac:spMkLst>
            <pc:docMk/>
            <pc:sldMk cId="0" sldId="263"/>
            <ac:spMk id="95" creationId="{00000000-0000-0000-0000-000000000000}"/>
          </ac:spMkLst>
        </pc:spChg>
        <pc:spChg chg="mod ord">
          <ac:chgData name="Hamdy  Osama Mohammed El-Sayed Farag" userId="ce30e293-d0d5-48cf-89a7-3adfd3b27b58" providerId="ADAL" clId="{6ED7B234-E96D-48DF-8D42-FA690BF8F431}" dt="2025-12-12T03:43:44.195" v="4769" actId="20577"/>
          <ac:spMkLst>
            <pc:docMk/>
            <pc:sldMk cId="0" sldId="263"/>
            <ac:spMk id="96" creationId="{00000000-0000-0000-0000-000000000000}"/>
          </ac:spMkLst>
        </pc:spChg>
        <pc:picChg chg="add mod modCrop">
          <ac:chgData name="Hamdy  Osama Mohammed El-Sayed Farag" userId="ce30e293-d0d5-48cf-89a7-3adfd3b27b58" providerId="ADAL" clId="{6ED7B234-E96D-48DF-8D42-FA690BF8F431}" dt="2025-12-12T03:43:55.883" v="4770" actId="1076"/>
          <ac:picMkLst>
            <pc:docMk/>
            <pc:sldMk cId="0" sldId="263"/>
            <ac:picMk id="3" creationId="{36694058-E425-4334-A5CC-ACA91A1E5274}"/>
          </ac:picMkLst>
        </pc:picChg>
        <pc:picChg chg="add mod">
          <ac:chgData name="Hamdy  Osama Mohammed El-Sayed Farag" userId="ce30e293-d0d5-48cf-89a7-3adfd3b27b58" providerId="ADAL" clId="{6ED7B234-E96D-48DF-8D42-FA690BF8F431}" dt="2025-12-12T03:43:12.944" v="4762" actId="1076"/>
          <ac:picMkLst>
            <pc:docMk/>
            <pc:sldMk cId="0" sldId="263"/>
            <ac:picMk id="5" creationId="{633F2762-0990-4632-33E7-E20F70206B08}"/>
          </ac:picMkLst>
        </pc:picChg>
      </pc:sldChg>
      <pc:sldChg chg="addSp delSp modSp mod">
        <pc:chgData name="Hamdy  Osama Mohammed El-Sayed Farag" userId="ce30e293-d0d5-48cf-89a7-3adfd3b27b58" providerId="ADAL" clId="{6ED7B234-E96D-48DF-8D42-FA690BF8F431}" dt="2025-12-12T04:08:23.251" v="4955" actId="14100"/>
        <pc:sldMkLst>
          <pc:docMk/>
          <pc:sldMk cId="0" sldId="264"/>
        </pc:sldMkLst>
        <pc:spChg chg="mod">
          <ac:chgData name="Hamdy  Osama Mohammed El-Sayed Farag" userId="ce30e293-d0d5-48cf-89a7-3adfd3b27b58" providerId="ADAL" clId="{6ED7B234-E96D-48DF-8D42-FA690BF8F431}" dt="2025-12-12T04:07:20.413" v="4917" actId="1076"/>
          <ac:spMkLst>
            <pc:docMk/>
            <pc:sldMk cId="0" sldId="264"/>
            <ac:spMk id="101" creationId="{00000000-0000-0000-0000-000000000000}"/>
          </ac:spMkLst>
        </pc:spChg>
        <pc:picChg chg="add mod">
          <ac:chgData name="Hamdy  Osama Mohammed El-Sayed Farag" userId="ce30e293-d0d5-48cf-89a7-3adfd3b27b58" providerId="ADAL" clId="{6ED7B234-E96D-48DF-8D42-FA690BF8F431}" dt="2025-12-12T04:08:23.251" v="4955" actId="14100"/>
          <ac:picMkLst>
            <pc:docMk/>
            <pc:sldMk cId="0" sldId="264"/>
            <ac:picMk id="9" creationId="{CDFE149E-C963-276E-4DD0-8E3BB870DE35}"/>
          </ac:picMkLst>
        </pc:picChg>
      </pc:sldChg>
      <pc:sldChg chg="addSp modSp mod">
        <pc:chgData name="Hamdy  Osama Mohammed El-Sayed Farag" userId="ce30e293-d0d5-48cf-89a7-3adfd3b27b58" providerId="ADAL" clId="{6ED7B234-E96D-48DF-8D42-FA690BF8F431}" dt="2025-12-12T04:25:38.913" v="5229" actId="1076"/>
        <pc:sldMkLst>
          <pc:docMk/>
          <pc:sldMk cId="0" sldId="265"/>
        </pc:sldMkLst>
        <pc:spChg chg="mod">
          <ac:chgData name="Hamdy  Osama Mohammed El-Sayed Farag" userId="ce30e293-d0d5-48cf-89a7-3adfd3b27b58" providerId="ADAL" clId="{6ED7B234-E96D-48DF-8D42-FA690BF8F431}" dt="2025-12-12T04:20:41.087" v="5105" actId="20577"/>
          <ac:spMkLst>
            <pc:docMk/>
            <pc:sldMk cId="0" sldId="265"/>
            <ac:spMk id="107" creationId="{00000000-0000-0000-0000-000000000000}"/>
          </ac:spMkLst>
        </pc:spChg>
        <pc:spChg chg="mod">
          <ac:chgData name="Hamdy  Osama Mohammed El-Sayed Farag" userId="ce30e293-d0d5-48cf-89a7-3adfd3b27b58" providerId="ADAL" clId="{6ED7B234-E96D-48DF-8D42-FA690BF8F431}" dt="2025-12-12T04:24:53.883" v="5224" actId="5793"/>
          <ac:spMkLst>
            <pc:docMk/>
            <pc:sldMk cId="0" sldId="265"/>
            <ac:spMk id="108" creationId="{00000000-0000-0000-0000-000000000000}"/>
          </ac:spMkLst>
        </pc:spChg>
        <pc:picChg chg="add mod">
          <ac:chgData name="Hamdy  Osama Mohammed El-Sayed Farag" userId="ce30e293-d0d5-48cf-89a7-3adfd3b27b58" providerId="ADAL" clId="{6ED7B234-E96D-48DF-8D42-FA690BF8F431}" dt="2025-12-12T04:25:38.913" v="5229" actId="1076"/>
          <ac:picMkLst>
            <pc:docMk/>
            <pc:sldMk cId="0" sldId="265"/>
            <ac:picMk id="3" creationId="{FA69707B-FCBE-F731-563F-242287B01708}"/>
          </ac:picMkLst>
        </pc:picChg>
      </pc:sldChg>
      <pc:sldChg chg="addSp delSp modSp mod">
        <pc:chgData name="Hamdy  Osama Mohammed El-Sayed Farag" userId="ce30e293-d0d5-48cf-89a7-3adfd3b27b58" providerId="ADAL" clId="{6ED7B234-E96D-48DF-8D42-FA690BF8F431}" dt="2025-12-12T05:09:34.959" v="5827" actId="22"/>
        <pc:sldMkLst>
          <pc:docMk/>
          <pc:sldMk cId="0" sldId="286"/>
        </pc:sldMkLst>
        <pc:spChg chg="mod">
          <ac:chgData name="Hamdy  Osama Mohammed El-Sayed Farag" userId="ce30e293-d0d5-48cf-89a7-3adfd3b27b58" providerId="ADAL" clId="{6ED7B234-E96D-48DF-8D42-FA690BF8F431}" dt="2025-12-12T04:49:58.579" v="5448" actId="20577"/>
          <ac:spMkLst>
            <pc:docMk/>
            <pc:sldMk cId="0" sldId="286"/>
            <ac:spMk id="243" creationId="{00000000-0000-0000-0000-000000000000}"/>
          </ac:spMkLst>
        </pc:spChg>
        <pc:spChg chg="mod">
          <ac:chgData name="Hamdy  Osama Mohammed El-Sayed Farag" userId="ce30e293-d0d5-48cf-89a7-3adfd3b27b58" providerId="ADAL" clId="{6ED7B234-E96D-48DF-8D42-FA690BF8F431}" dt="2025-12-12T05:09:21.663" v="5822" actId="5793"/>
          <ac:spMkLst>
            <pc:docMk/>
            <pc:sldMk cId="0" sldId="286"/>
            <ac:spMk id="244" creationId="{00000000-0000-0000-0000-000000000000}"/>
          </ac:spMkLst>
        </pc:spChg>
        <pc:picChg chg="add mod">
          <ac:chgData name="Hamdy  Osama Mohammed El-Sayed Farag" userId="ce30e293-d0d5-48cf-89a7-3adfd3b27b58" providerId="ADAL" clId="{6ED7B234-E96D-48DF-8D42-FA690BF8F431}" dt="2025-12-12T05:09:28.372" v="5823" actId="1076"/>
          <ac:picMkLst>
            <pc:docMk/>
            <pc:sldMk cId="0" sldId="286"/>
            <ac:picMk id="5" creationId="{B0A2F425-E30B-01E4-A8F4-6D853E9AE95C}"/>
          </ac:picMkLst>
        </pc:picChg>
      </pc:sldChg>
      <pc:sldChg chg="addSp delSp modSp add mod">
        <pc:chgData name="Hamdy  Osama Mohammed El-Sayed Farag" userId="ce30e293-d0d5-48cf-89a7-3adfd3b27b58" providerId="ADAL" clId="{6ED7B234-E96D-48DF-8D42-FA690BF8F431}" dt="2025-12-12T00:24:42.897" v="1838" actId="1035"/>
        <pc:sldMkLst>
          <pc:docMk/>
          <pc:sldMk cId="3477566714" sldId="293"/>
        </pc:sldMkLst>
        <pc:spChg chg="mod">
          <ac:chgData name="Hamdy  Osama Mohammed El-Sayed Farag" userId="ce30e293-d0d5-48cf-89a7-3adfd3b27b58" providerId="ADAL" clId="{6ED7B234-E96D-48DF-8D42-FA690BF8F431}" dt="2025-12-12T00:24:34.944" v="1822" actId="1035"/>
          <ac:spMkLst>
            <pc:docMk/>
            <pc:sldMk cId="3477566714" sldId="293"/>
            <ac:spMk id="71" creationId="{B3296561-0BE0-27B2-0D80-6861A60A4BF4}"/>
          </ac:spMkLst>
        </pc:spChg>
        <pc:spChg chg="mod">
          <ac:chgData name="Hamdy  Osama Mohammed El-Sayed Farag" userId="ce30e293-d0d5-48cf-89a7-3adfd3b27b58" providerId="ADAL" clId="{6ED7B234-E96D-48DF-8D42-FA690BF8F431}" dt="2025-12-12T00:24:42.897" v="1838" actId="1035"/>
          <ac:spMkLst>
            <pc:docMk/>
            <pc:sldMk cId="3477566714" sldId="293"/>
            <ac:spMk id="72" creationId="{8CB8CD36-8520-3337-B30B-30E0C01E1635}"/>
          </ac:spMkLst>
        </pc:spChg>
        <pc:picChg chg="add mod">
          <ac:chgData name="Hamdy  Osama Mohammed El-Sayed Farag" userId="ce30e293-d0d5-48cf-89a7-3adfd3b27b58" providerId="ADAL" clId="{6ED7B234-E96D-48DF-8D42-FA690BF8F431}" dt="2025-12-12T00:24:24.957" v="1806" actId="1076"/>
          <ac:picMkLst>
            <pc:docMk/>
            <pc:sldMk cId="3477566714" sldId="293"/>
            <ac:picMk id="6" creationId="{DBFE15F5-CD85-D865-2288-3EB97BA5F176}"/>
          </ac:picMkLst>
        </pc:picChg>
        <pc:picChg chg="add mod">
          <ac:chgData name="Hamdy  Osama Mohammed El-Sayed Farag" userId="ce30e293-d0d5-48cf-89a7-3adfd3b27b58" providerId="ADAL" clId="{6ED7B234-E96D-48DF-8D42-FA690BF8F431}" dt="2025-12-12T00:24:30.106" v="1807" actId="1076"/>
          <ac:picMkLst>
            <pc:docMk/>
            <pc:sldMk cId="3477566714" sldId="293"/>
            <ac:picMk id="11" creationId="{EC7C6225-8521-89BD-21B7-CEAA0A84CE00}"/>
          </ac:picMkLst>
        </pc:picChg>
      </pc:sldChg>
      <pc:sldChg chg="addSp modSp add mod">
        <pc:chgData name="Hamdy  Osama Mohammed El-Sayed Farag" userId="ce30e293-d0d5-48cf-89a7-3adfd3b27b58" providerId="ADAL" clId="{6ED7B234-E96D-48DF-8D42-FA690BF8F431}" dt="2025-12-16T16:17:01.534" v="6078"/>
        <pc:sldMkLst>
          <pc:docMk/>
          <pc:sldMk cId="2745783218" sldId="294"/>
        </pc:sldMkLst>
        <pc:spChg chg="mod">
          <ac:chgData name="Hamdy  Osama Mohammed El-Sayed Farag" userId="ce30e293-d0d5-48cf-89a7-3adfd3b27b58" providerId="ADAL" clId="{6ED7B234-E96D-48DF-8D42-FA690BF8F431}" dt="2025-12-11T23:44:59.861" v="1228" actId="20577"/>
          <ac:spMkLst>
            <pc:docMk/>
            <pc:sldMk cId="2745783218" sldId="294"/>
            <ac:spMk id="71" creationId="{2DA1A26A-FCA5-6C4D-DD45-98B1D7F07C3E}"/>
          </ac:spMkLst>
        </pc:spChg>
        <pc:inkChg chg="add">
          <ac:chgData name="Hamdy  Osama Mohammed El-Sayed Farag" userId="ce30e293-d0d5-48cf-89a7-3adfd3b27b58" providerId="ADAL" clId="{6ED7B234-E96D-48DF-8D42-FA690BF8F431}" dt="2025-12-16T16:17:01.534" v="6078"/>
          <ac:inkMkLst>
            <pc:docMk/>
            <pc:sldMk cId="2745783218" sldId="294"/>
            <ac:inkMk id="2" creationId="{F65E486B-5906-0400-6206-5DB1943906D8}"/>
          </ac:inkMkLst>
        </pc:inkChg>
      </pc:sldChg>
      <pc:sldChg chg="addSp delSp modSp add mod">
        <pc:chgData name="Hamdy  Osama Mohammed El-Sayed Farag" userId="ce30e293-d0d5-48cf-89a7-3adfd3b27b58" providerId="ADAL" clId="{6ED7B234-E96D-48DF-8D42-FA690BF8F431}" dt="2025-12-12T00:48:36.800" v="3452" actId="22"/>
        <pc:sldMkLst>
          <pc:docMk/>
          <pc:sldMk cId="319494388" sldId="295"/>
        </pc:sldMkLst>
        <pc:spChg chg="mod">
          <ac:chgData name="Hamdy  Osama Mohammed El-Sayed Farag" userId="ce30e293-d0d5-48cf-89a7-3adfd3b27b58" providerId="ADAL" clId="{6ED7B234-E96D-48DF-8D42-FA690BF8F431}" dt="2025-12-12T00:20:28.855" v="1799" actId="14100"/>
          <ac:spMkLst>
            <pc:docMk/>
            <pc:sldMk cId="319494388" sldId="295"/>
            <ac:spMk id="71" creationId="{07D18E06-A7CE-6ABD-0C56-A13701FD10C9}"/>
          </ac:spMkLst>
        </pc:spChg>
        <pc:spChg chg="mod">
          <ac:chgData name="Hamdy  Osama Mohammed El-Sayed Farag" userId="ce30e293-d0d5-48cf-89a7-3adfd3b27b58" providerId="ADAL" clId="{6ED7B234-E96D-48DF-8D42-FA690BF8F431}" dt="2025-12-12T00:42:32.507" v="3450" actId="20577"/>
          <ac:spMkLst>
            <pc:docMk/>
            <pc:sldMk cId="319494388" sldId="295"/>
            <ac:spMk id="72" creationId="{F16E30C1-4F8B-6285-7FDD-E158E82EAD8C}"/>
          </ac:spMkLst>
        </pc:spChg>
        <pc:picChg chg="mod">
          <ac:chgData name="Hamdy  Osama Mohammed El-Sayed Farag" userId="ce30e293-d0d5-48cf-89a7-3adfd3b27b58" providerId="ADAL" clId="{6ED7B234-E96D-48DF-8D42-FA690BF8F431}" dt="2025-12-12T00:40:16.919" v="3345" actId="14100"/>
          <ac:picMkLst>
            <pc:docMk/>
            <pc:sldMk cId="319494388" sldId="295"/>
            <ac:picMk id="3" creationId="{7F534F4A-FCDA-3477-655E-8729DA864BAE}"/>
          </ac:picMkLst>
        </pc:picChg>
        <pc:picChg chg="add mod">
          <ac:chgData name="Hamdy  Osama Mohammed El-Sayed Farag" userId="ce30e293-d0d5-48cf-89a7-3adfd3b27b58" providerId="ADAL" clId="{6ED7B234-E96D-48DF-8D42-FA690BF8F431}" dt="2025-12-12T00:40:07.833" v="3343" actId="1076"/>
          <ac:picMkLst>
            <pc:docMk/>
            <pc:sldMk cId="319494388" sldId="295"/>
            <ac:picMk id="4" creationId="{92EDE176-4E31-9FF8-0111-26BD8F2FD235}"/>
          </ac:picMkLst>
        </pc:picChg>
      </pc:sldChg>
      <pc:sldChg chg="addSp delSp modSp add mod">
        <pc:chgData name="Hamdy  Osama Mohammed El-Sayed Farag" userId="ce30e293-d0d5-48cf-89a7-3adfd3b27b58" providerId="ADAL" clId="{6ED7B234-E96D-48DF-8D42-FA690BF8F431}" dt="2025-12-12T01:11:40.681" v="3966" actId="1036"/>
        <pc:sldMkLst>
          <pc:docMk/>
          <pc:sldMk cId="147954648" sldId="296"/>
        </pc:sldMkLst>
        <pc:spChg chg="add mod">
          <ac:chgData name="Hamdy  Osama Mohammed El-Sayed Farag" userId="ce30e293-d0d5-48cf-89a7-3adfd3b27b58" providerId="ADAL" clId="{6ED7B234-E96D-48DF-8D42-FA690BF8F431}" dt="2025-12-12T01:11:40.681" v="3966" actId="1036"/>
          <ac:spMkLst>
            <pc:docMk/>
            <pc:sldMk cId="147954648" sldId="296"/>
            <ac:spMk id="11" creationId="{E860C4CA-5888-B749-0B61-D76E4511AA82}"/>
          </ac:spMkLst>
        </pc:spChg>
        <pc:spChg chg="mod">
          <ac:chgData name="Hamdy  Osama Mohammed El-Sayed Farag" userId="ce30e293-d0d5-48cf-89a7-3adfd3b27b58" providerId="ADAL" clId="{6ED7B234-E96D-48DF-8D42-FA690BF8F431}" dt="2025-12-12T00:49:06.725" v="3494" actId="120"/>
          <ac:spMkLst>
            <pc:docMk/>
            <pc:sldMk cId="147954648" sldId="296"/>
            <ac:spMk id="71" creationId="{7D9CF1E7-62F8-D3EE-487D-E03BB29C2213}"/>
          </ac:spMkLst>
        </pc:spChg>
        <pc:spChg chg="mod">
          <ac:chgData name="Hamdy  Osama Mohammed El-Sayed Farag" userId="ce30e293-d0d5-48cf-89a7-3adfd3b27b58" providerId="ADAL" clId="{6ED7B234-E96D-48DF-8D42-FA690BF8F431}" dt="2025-12-12T01:08:08.386" v="3858" actId="14100"/>
          <ac:spMkLst>
            <pc:docMk/>
            <pc:sldMk cId="147954648" sldId="296"/>
            <ac:spMk id="72" creationId="{489741F8-D6C0-6CFE-C62F-58E3A2DDF2D8}"/>
          </ac:spMkLst>
        </pc:spChg>
        <pc:picChg chg="add mod">
          <ac:chgData name="Hamdy  Osama Mohammed El-Sayed Farag" userId="ce30e293-d0d5-48cf-89a7-3adfd3b27b58" providerId="ADAL" clId="{6ED7B234-E96D-48DF-8D42-FA690BF8F431}" dt="2025-12-12T01:07:53.282" v="3856" actId="1076"/>
          <ac:picMkLst>
            <pc:docMk/>
            <pc:sldMk cId="147954648" sldId="296"/>
            <ac:picMk id="5" creationId="{F1803C7E-1270-3819-83E4-CA6727EC5978}"/>
          </ac:picMkLst>
        </pc:picChg>
        <pc:picChg chg="add mod">
          <ac:chgData name="Hamdy  Osama Mohammed El-Sayed Farag" userId="ce30e293-d0d5-48cf-89a7-3adfd3b27b58" providerId="ADAL" clId="{6ED7B234-E96D-48DF-8D42-FA690BF8F431}" dt="2025-12-12T01:07:57.375" v="3857" actId="1076"/>
          <ac:picMkLst>
            <pc:docMk/>
            <pc:sldMk cId="147954648" sldId="296"/>
            <ac:picMk id="9" creationId="{E4C506D9-3BEE-DF2B-962A-AB38F6CD5402}"/>
          </ac:picMkLst>
        </pc:picChg>
      </pc:sldChg>
      <pc:sldChg chg="addSp delSp modSp add mod">
        <pc:chgData name="Hamdy  Osama Mohammed El-Sayed Farag" userId="ce30e293-d0d5-48cf-89a7-3adfd3b27b58" providerId="ADAL" clId="{6ED7B234-E96D-48DF-8D42-FA690BF8F431}" dt="2025-12-12T01:26:46.595" v="4452" actId="1037"/>
        <pc:sldMkLst>
          <pc:docMk/>
          <pc:sldMk cId="3745200210" sldId="297"/>
        </pc:sldMkLst>
        <pc:spChg chg="add mod">
          <ac:chgData name="Hamdy  Osama Mohammed El-Sayed Farag" userId="ce30e293-d0d5-48cf-89a7-3adfd3b27b58" providerId="ADAL" clId="{6ED7B234-E96D-48DF-8D42-FA690BF8F431}" dt="2025-12-12T01:26:23.470" v="4448" actId="14100"/>
          <ac:spMkLst>
            <pc:docMk/>
            <pc:sldMk cId="3745200210" sldId="297"/>
            <ac:spMk id="13" creationId="{90673D15-89C5-A310-5D16-61E7F2AB4B58}"/>
          </ac:spMkLst>
        </pc:spChg>
        <pc:spChg chg="mod">
          <ac:chgData name="Hamdy  Osama Mohammed El-Sayed Farag" userId="ce30e293-d0d5-48cf-89a7-3adfd3b27b58" providerId="ADAL" clId="{6ED7B234-E96D-48DF-8D42-FA690BF8F431}" dt="2025-12-12T01:14:57.523" v="3975" actId="20577"/>
          <ac:spMkLst>
            <pc:docMk/>
            <pc:sldMk cId="3745200210" sldId="297"/>
            <ac:spMk id="71" creationId="{762B9863-5703-A104-1F23-82F5DD4E3E7F}"/>
          </ac:spMkLst>
        </pc:spChg>
        <pc:spChg chg="mod">
          <ac:chgData name="Hamdy  Osama Mohammed El-Sayed Farag" userId="ce30e293-d0d5-48cf-89a7-3adfd3b27b58" providerId="ADAL" clId="{6ED7B234-E96D-48DF-8D42-FA690BF8F431}" dt="2025-12-12T01:21:41.978" v="4415" actId="20577"/>
          <ac:spMkLst>
            <pc:docMk/>
            <pc:sldMk cId="3745200210" sldId="297"/>
            <ac:spMk id="72" creationId="{42A7DA55-F77D-2152-09EC-601A684E9A93}"/>
          </ac:spMkLst>
        </pc:spChg>
        <pc:picChg chg="add mod">
          <ac:chgData name="Hamdy  Osama Mohammed El-Sayed Farag" userId="ce30e293-d0d5-48cf-89a7-3adfd3b27b58" providerId="ADAL" clId="{6ED7B234-E96D-48DF-8D42-FA690BF8F431}" dt="2025-12-12T01:26:46.595" v="4452" actId="1037"/>
          <ac:picMkLst>
            <pc:docMk/>
            <pc:sldMk cId="3745200210" sldId="297"/>
            <ac:picMk id="6" creationId="{DE54509F-5B63-0DF2-2217-6F46A5FA6E59}"/>
          </ac:picMkLst>
        </pc:picChg>
        <pc:picChg chg="add mod">
          <ac:chgData name="Hamdy  Osama Mohammed El-Sayed Farag" userId="ce30e293-d0d5-48cf-89a7-3adfd3b27b58" providerId="ADAL" clId="{6ED7B234-E96D-48DF-8D42-FA690BF8F431}" dt="2025-12-12T01:24:41.532" v="4434" actId="1076"/>
          <ac:picMkLst>
            <pc:docMk/>
            <pc:sldMk cId="3745200210" sldId="297"/>
            <ac:picMk id="8" creationId="{EB3A3011-ACF8-0A16-8E4B-D91001880B2E}"/>
          </ac:picMkLst>
        </pc:picChg>
        <pc:cxnChg chg="add mod">
          <ac:chgData name="Hamdy  Osama Mohammed El-Sayed Farag" userId="ce30e293-d0d5-48cf-89a7-3adfd3b27b58" providerId="ADAL" clId="{6ED7B234-E96D-48DF-8D42-FA690BF8F431}" dt="2025-12-12T01:26:23.470" v="4448" actId="14100"/>
          <ac:cxnSpMkLst>
            <pc:docMk/>
            <pc:sldMk cId="3745200210" sldId="297"/>
            <ac:cxnSpMk id="15" creationId="{C9FD2D79-1393-464E-80BB-F5ACEBAFCA12}"/>
          </ac:cxnSpMkLst>
        </pc:cxnChg>
      </pc:sldChg>
      <pc:sldChg chg="addSp delSp modSp add mod">
        <pc:chgData name="Hamdy  Osama Mohammed El-Sayed Farag" userId="ce30e293-d0d5-48cf-89a7-3adfd3b27b58" providerId="ADAL" clId="{6ED7B234-E96D-48DF-8D42-FA690BF8F431}" dt="2025-12-12T04:20:23.892" v="5085" actId="1076"/>
        <pc:sldMkLst>
          <pc:docMk/>
          <pc:sldMk cId="2499633925" sldId="298"/>
        </pc:sldMkLst>
        <pc:spChg chg="add mod">
          <ac:chgData name="Hamdy  Osama Mohammed El-Sayed Farag" userId="ce30e293-d0d5-48cf-89a7-3adfd3b27b58" providerId="ADAL" clId="{6ED7B234-E96D-48DF-8D42-FA690BF8F431}" dt="2025-12-12T04:16:26.521" v="5084" actId="1076"/>
          <ac:spMkLst>
            <pc:docMk/>
            <pc:sldMk cId="2499633925" sldId="298"/>
            <ac:spMk id="2" creationId="{E7981A8C-9F40-F10D-5A5B-700113DBEE8A}"/>
          </ac:spMkLst>
        </pc:spChg>
        <pc:spChg chg="mod">
          <ac:chgData name="Hamdy  Osama Mohammed El-Sayed Farag" userId="ce30e293-d0d5-48cf-89a7-3adfd3b27b58" providerId="ADAL" clId="{6ED7B234-E96D-48DF-8D42-FA690BF8F431}" dt="2025-12-12T04:20:23.892" v="5085" actId="1076"/>
          <ac:spMkLst>
            <pc:docMk/>
            <pc:sldMk cId="2499633925" sldId="298"/>
            <ac:spMk id="101" creationId="{3B3EA732-EBF5-1EA4-22E9-413761C44EA3}"/>
          </ac:spMkLst>
        </pc:spChg>
        <pc:spChg chg="mod">
          <ac:chgData name="Hamdy  Osama Mohammed El-Sayed Farag" userId="ce30e293-d0d5-48cf-89a7-3adfd3b27b58" providerId="ADAL" clId="{6ED7B234-E96D-48DF-8D42-FA690BF8F431}" dt="2025-12-12T04:08:30.916" v="4957" actId="1076"/>
          <ac:spMkLst>
            <pc:docMk/>
            <pc:sldMk cId="2499633925" sldId="298"/>
            <ac:spMk id="102" creationId="{72479764-70AF-88C4-A1FA-7A95099700A0}"/>
          </ac:spMkLst>
        </pc:spChg>
        <pc:picChg chg="mod">
          <ac:chgData name="Hamdy  Osama Mohammed El-Sayed Farag" userId="ce30e293-d0d5-48cf-89a7-3adfd3b27b58" providerId="ADAL" clId="{6ED7B234-E96D-48DF-8D42-FA690BF8F431}" dt="2025-12-12T04:14:48.884" v="4963" actId="1076"/>
          <ac:picMkLst>
            <pc:docMk/>
            <pc:sldMk cId="2499633925" sldId="298"/>
            <ac:picMk id="5" creationId="{6073758B-529F-936F-2EC5-739177B822E1}"/>
          </ac:picMkLst>
        </pc:picChg>
        <pc:picChg chg="mod">
          <ac:chgData name="Hamdy  Osama Mohammed El-Sayed Farag" userId="ce30e293-d0d5-48cf-89a7-3adfd3b27b58" providerId="ADAL" clId="{6ED7B234-E96D-48DF-8D42-FA690BF8F431}" dt="2025-12-12T04:08:42.539" v="4961" actId="1076"/>
          <ac:picMkLst>
            <pc:docMk/>
            <pc:sldMk cId="2499633925" sldId="298"/>
            <ac:picMk id="7" creationId="{4FC3CCA3-1AE6-2647-97E4-504618BA5378}"/>
          </ac:picMkLst>
        </pc:picChg>
      </pc:sldChg>
      <pc:sldChg chg="addSp delSp modSp add mod">
        <pc:chgData name="Hamdy  Osama Mohammed El-Sayed Farag" userId="ce30e293-d0d5-48cf-89a7-3adfd3b27b58" providerId="ADAL" clId="{6ED7B234-E96D-48DF-8D42-FA690BF8F431}" dt="2025-12-12T04:32:20.662" v="5408" actId="20577"/>
        <pc:sldMkLst>
          <pc:docMk/>
          <pc:sldMk cId="2688405288" sldId="299"/>
        </pc:sldMkLst>
        <pc:spChg chg="mod">
          <ac:chgData name="Hamdy  Osama Mohammed El-Sayed Farag" userId="ce30e293-d0d5-48cf-89a7-3adfd3b27b58" providerId="ADAL" clId="{6ED7B234-E96D-48DF-8D42-FA690BF8F431}" dt="2025-12-12T04:32:20.662" v="5408" actId="20577"/>
          <ac:spMkLst>
            <pc:docMk/>
            <pc:sldMk cId="2688405288" sldId="299"/>
            <ac:spMk id="108" creationId="{4FEF9453-E9F8-860E-3F86-525B44149232}"/>
          </ac:spMkLst>
        </pc:spChg>
        <pc:picChg chg="add mod">
          <ac:chgData name="Hamdy  Osama Mohammed El-Sayed Farag" userId="ce30e293-d0d5-48cf-89a7-3adfd3b27b58" providerId="ADAL" clId="{6ED7B234-E96D-48DF-8D42-FA690BF8F431}" dt="2025-12-12T04:31:21.003" v="5398" actId="1076"/>
          <ac:picMkLst>
            <pc:docMk/>
            <pc:sldMk cId="2688405288" sldId="299"/>
            <ac:picMk id="4" creationId="{45196662-D80F-1D11-46E3-86C80DB5437B}"/>
          </ac:picMkLst>
        </pc:picChg>
        <pc:picChg chg="add mod">
          <ac:chgData name="Hamdy  Osama Mohammed El-Sayed Farag" userId="ce30e293-d0d5-48cf-89a7-3adfd3b27b58" providerId="ADAL" clId="{6ED7B234-E96D-48DF-8D42-FA690BF8F431}" dt="2025-12-12T04:32:18.229" v="5407" actId="1076"/>
          <ac:picMkLst>
            <pc:docMk/>
            <pc:sldMk cId="2688405288" sldId="299"/>
            <ac:picMk id="6" creationId="{398D5A20-6BA5-032A-CFB0-B42114EF8D41}"/>
          </ac:picMkLst>
        </pc:picChg>
      </pc:sldChg>
      <pc:sldChg chg="addSp delSp modSp add mod">
        <pc:chgData name="Hamdy  Osama Mohammed El-Sayed Farag" userId="ce30e293-d0d5-48cf-89a7-3adfd3b27b58" providerId="ADAL" clId="{6ED7B234-E96D-48DF-8D42-FA690BF8F431}" dt="2025-12-12T05:13:51.325" v="5919" actId="27636"/>
        <pc:sldMkLst>
          <pc:docMk/>
          <pc:sldMk cId="55129751" sldId="300"/>
        </pc:sldMkLst>
        <pc:spChg chg="add mod">
          <ac:chgData name="Hamdy  Osama Mohammed El-Sayed Farag" userId="ce30e293-d0d5-48cf-89a7-3adfd3b27b58" providerId="ADAL" clId="{6ED7B234-E96D-48DF-8D42-FA690BF8F431}" dt="2025-12-12T05:13:17.489" v="5882" actId="1076"/>
          <ac:spMkLst>
            <pc:docMk/>
            <pc:sldMk cId="55129751" sldId="300"/>
            <ac:spMk id="2" creationId="{9972FC51-E074-E29D-66D8-0053CC48B982}"/>
          </ac:spMkLst>
        </pc:spChg>
        <pc:spChg chg="add mod">
          <ac:chgData name="Hamdy  Osama Mohammed El-Sayed Farag" userId="ce30e293-d0d5-48cf-89a7-3adfd3b27b58" providerId="ADAL" clId="{6ED7B234-E96D-48DF-8D42-FA690BF8F431}" dt="2025-12-12T05:13:51.325" v="5919" actId="27636"/>
          <ac:spMkLst>
            <pc:docMk/>
            <pc:sldMk cId="55129751" sldId="300"/>
            <ac:spMk id="9" creationId="{D750EC70-0806-58A6-4A66-78B370118FB5}"/>
          </ac:spMkLst>
        </pc:spChg>
        <pc:spChg chg="mod">
          <ac:chgData name="Hamdy  Osama Mohammed El-Sayed Farag" userId="ce30e293-d0d5-48cf-89a7-3adfd3b27b58" providerId="ADAL" clId="{6ED7B234-E96D-48DF-8D42-FA690BF8F431}" dt="2025-12-12T05:13:15.203" v="5881" actId="1076"/>
          <ac:spMkLst>
            <pc:docMk/>
            <pc:sldMk cId="55129751" sldId="300"/>
            <ac:spMk id="243" creationId="{8151B130-552E-DF1E-148A-417FE5DFE769}"/>
          </ac:spMkLst>
        </pc:spChg>
        <pc:spChg chg="mod">
          <ac:chgData name="Hamdy  Osama Mohammed El-Sayed Farag" userId="ce30e293-d0d5-48cf-89a7-3adfd3b27b58" providerId="ADAL" clId="{6ED7B234-E96D-48DF-8D42-FA690BF8F431}" dt="2025-12-12T05:12:04.635" v="5866" actId="1076"/>
          <ac:spMkLst>
            <pc:docMk/>
            <pc:sldMk cId="55129751" sldId="300"/>
            <ac:spMk id="244" creationId="{2F608AFF-96C0-536B-36A3-4E3D9E1CE314}"/>
          </ac:spMkLst>
        </pc:spChg>
        <pc:picChg chg="add mod">
          <ac:chgData name="Hamdy  Osama Mohammed El-Sayed Farag" userId="ce30e293-d0d5-48cf-89a7-3adfd3b27b58" providerId="ADAL" clId="{6ED7B234-E96D-48DF-8D42-FA690BF8F431}" dt="2025-12-12T05:12:00.159" v="5865" actId="1076"/>
          <ac:picMkLst>
            <pc:docMk/>
            <pc:sldMk cId="55129751" sldId="300"/>
            <ac:picMk id="4" creationId="{38824A0E-85FF-5EC0-C394-AD6A4B9FEC7B}"/>
          </ac:picMkLst>
        </pc:picChg>
        <pc:picChg chg="add mod">
          <ac:chgData name="Hamdy  Osama Mohammed El-Sayed Farag" userId="ce30e293-d0d5-48cf-89a7-3adfd3b27b58" providerId="ADAL" clId="{6ED7B234-E96D-48DF-8D42-FA690BF8F431}" dt="2025-12-12T05:13:19.314" v="5883" actId="1076"/>
          <ac:picMkLst>
            <pc:docMk/>
            <pc:sldMk cId="55129751" sldId="300"/>
            <ac:picMk id="7" creationId="{E45E8AFD-D311-04CC-326D-5BA7A487CB98}"/>
          </ac:picMkLst>
        </pc:picChg>
        <pc:picChg chg="add mod">
          <ac:chgData name="Hamdy  Osama Mohammed El-Sayed Farag" userId="ce30e293-d0d5-48cf-89a7-3adfd3b27b58" providerId="ADAL" clId="{6ED7B234-E96D-48DF-8D42-FA690BF8F431}" dt="2025-12-12T05:13:09.750" v="5879" actId="1076"/>
          <ac:picMkLst>
            <pc:docMk/>
            <pc:sldMk cId="55129751" sldId="300"/>
            <ac:picMk id="8" creationId="{EA5B6F9C-F5A1-9F80-39B6-93B343DB0A28}"/>
          </ac:picMkLst>
        </pc:picChg>
      </pc:sldChg>
      <pc:sldChg chg="addSp delSp modSp add mod">
        <pc:chgData name="Hamdy  Osama Mohammed El-Sayed Farag" userId="ce30e293-d0d5-48cf-89a7-3adfd3b27b58" providerId="ADAL" clId="{6ED7B234-E96D-48DF-8D42-FA690BF8F431}" dt="2025-12-12T05:17:55.275" v="6045" actId="1076"/>
        <pc:sldMkLst>
          <pc:docMk/>
          <pc:sldMk cId="2660192298" sldId="301"/>
        </pc:sldMkLst>
        <pc:spChg chg="add mod">
          <ac:chgData name="Hamdy  Osama Mohammed El-Sayed Farag" userId="ce30e293-d0d5-48cf-89a7-3adfd3b27b58" providerId="ADAL" clId="{6ED7B234-E96D-48DF-8D42-FA690BF8F431}" dt="2025-12-12T05:15:51.632" v="6016" actId="1076"/>
          <ac:spMkLst>
            <pc:docMk/>
            <pc:sldMk cId="2660192298" sldId="301"/>
            <ac:spMk id="15" creationId="{1368186B-6C0B-0CDF-E509-E43A87CF0B4A}"/>
          </ac:spMkLst>
        </pc:spChg>
        <pc:spChg chg="add mod">
          <ac:chgData name="Hamdy  Osama Mohammed El-Sayed Farag" userId="ce30e293-d0d5-48cf-89a7-3adfd3b27b58" providerId="ADAL" clId="{6ED7B234-E96D-48DF-8D42-FA690BF8F431}" dt="2025-12-12T05:17:31.268" v="6033" actId="1076"/>
          <ac:spMkLst>
            <pc:docMk/>
            <pc:sldMk cId="2660192298" sldId="301"/>
            <ac:spMk id="16" creationId="{C3E4574E-DB0A-8BDB-DD09-FF52AB3C6F50}"/>
          </ac:spMkLst>
        </pc:spChg>
        <pc:spChg chg="add mod">
          <ac:chgData name="Hamdy  Osama Mohammed El-Sayed Farag" userId="ce30e293-d0d5-48cf-89a7-3adfd3b27b58" providerId="ADAL" clId="{6ED7B234-E96D-48DF-8D42-FA690BF8F431}" dt="2025-12-12T05:17:38.256" v="6041" actId="20577"/>
          <ac:spMkLst>
            <pc:docMk/>
            <pc:sldMk cId="2660192298" sldId="301"/>
            <ac:spMk id="17" creationId="{38E4E985-FF9D-225C-0CF5-136D22083DEA}"/>
          </ac:spMkLst>
        </pc:spChg>
        <pc:spChg chg="add mod">
          <ac:chgData name="Hamdy  Osama Mohammed El-Sayed Farag" userId="ce30e293-d0d5-48cf-89a7-3adfd3b27b58" providerId="ADAL" clId="{6ED7B234-E96D-48DF-8D42-FA690BF8F431}" dt="2025-12-12T05:17:48.157" v="6043" actId="1076"/>
          <ac:spMkLst>
            <pc:docMk/>
            <pc:sldMk cId="2660192298" sldId="301"/>
            <ac:spMk id="18" creationId="{23422A31-F9C6-2CA2-3C5C-673356DD5903}"/>
          </ac:spMkLst>
        </pc:spChg>
        <pc:spChg chg="add mod">
          <ac:chgData name="Hamdy  Osama Mohammed El-Sayed Farag" userId="ce30e293-d0d5-48cf-89a7-3adfd3b27b58" providerId="ADAL" clId="{6ED7B234-E96D-48DF-8D42-FA690BF8F431}" dt="2025-12-12T05:17:55.275" v="6045" actId="1076"/>
          <ac:spMkLst>
            <pc:docMk/>
            <pc:sldMk cId="2660192298" sldId="301"/>
            <ac:spMk id="19" creationId="{7FBE8CEE-7615-6808-455B-4009165B3883}"/>
          </ac:spMkLst>
        </pc:spChg>
        <pc:spChg chg="mod">
          <ac:chgData name="Hamdy  Osama Mohammed El-Sayed Farag" userId="ce30e293-d0d5-48cf-89a7-3adfd3b27b58" providerId="ADAL" clId="{6ED7B234-E96D-48DF-8D42-FA690BF8F431}" dt="2025-12-12T05:14:49.321" v="5958" actId="20577"/>
          <ac:spMkLst>
            <pc:docMk/>
            <pc:sldMk cId="2660192298" sldId="301"/>
            <ac:spMk id="243" creationId="{D1921355-A04B-4EF4-DDD6-E65A6868E85B}"/>
          </ac:spMkLst>
        </pc:spChg>
        <pc:picChg chg="add mod">
          <ac:chgData name="Hamdy  Osama Mohammed El-Sayed Farag" userId="ce30e293-d0d5-48cf-89a7-3adfd3b27b58" providerId="ADAL" clId="{6ED7B234-E96D-48DF-8D42-FA690BF8F431}" dt="2025-12-12T05:15:37.639" v="6013" actId="1076"/>
          <ac:picMkLst>
            <pc:docMk/>
            <pc:sldMk cId="2660192298" sldId="301"/>
            <ac:picMk id="6" creationId="{A2A52C34-E88C-D262-31C4-925333BA6264}"/>
          </ac:picMkLst>
        </pc:picChg>
        <pc:picChg chg="add mod">
          <ac:chgData name="Hamdy  Osama Mohammed El-Sayed Farag" userId="ce30e293-d0d5-48cf-89a7-3adfd3b27b58" providerId="ADAL" clId="{6ED7B234-E96D-48DF-8D42-FA690BF8F431}" dt="2025-12-12T05:15:47.255" v="6015" actId="1076"/>
          <ac:picMkLst>
            <pc:docMk/>
            <pc:sldMk cId="2660192298" sldId="301"/>
            <ac:picMk id="8" creationId="{9364F904-FC8D-BD6F-1F80-8F6997DBE6C0}"/>
          </ac:picMkLst>
        </pc:picChg>
        <pc:picChg chg="add mod ord">
          <ac:chgData name="Hamdy  Osama Mohammed El-Sayed Farag" userId="ce30e293-d0d5-48cf-89a7-3adfd3b27b58" providerId="ADAL" clId="{6ED7B234-E96D-48DF-8D42-FA690BF8F431}" dt="2025-12-12T05:17:16.176" v="6031" actId="170"/>
          <ac:picMkLst>
            <pc:docMk/>
            <pc:sldMk cId="2660192298" sldId="301"/>
            <ac:picMk id="10" creationId="{29A28698-235F-9184-6432-1AA6BD2DEA36}"/>
          </ac:picMkLst>
        </pc:picChg>
        <pc:picChg chg="add mod">
          <ac:chgData name="Hamdy  Osama Mohammed El-Sayed Farag" userId="ce30e293-d0d5-48cf-89a7-3adfd3b27b58" providerId="ADAL" clId="{6ED7B234-E96D-48DF-8D42-FA690BF8F431}" dt="2025-12-12T05:17:09.705" v="6028" actId="1076"/>
          <ac:picMkLst>
            <pc:docMk/>
            <pc:sldMk cId="2660192298" sldId="301"/>
            <ac:picMk id="12" creationId="{042E5D2D-5ECB-7538-72CA-EDE48D3B2D62}"/>
          </ac:picMkLst>
        </pc:picChg>
      </pc:sldChg>
      <pc:sldChg chg="addSp delSp modSp new mod">
        <pc:chgData name="Hamdy  Osama Mohammed El-Sayed Farag" userId="ce30e293-d0d5-48cf-89a7-3adfd3b27b58" providerId="ADAL" clId="{6ED7B234-E96D-48DF-8D42-FA690BF8F431}" dt="2025-12-12T05:49:18.233" v="6077" actId="1076"/>
        <pc:sldMkLst>
          <pc:docMk/>
          <pc:sldMk cId="601009827" sldId="302"/>
        </pc:sldMkLst>
        <pc:spChg chg="mod">
          <ac:chgData name="Hamdy  Osama Mohammed El-Sayed Farag" userId="ce30e293-d0d5-48cf-89a7-3adfd3b27b58" providerId="ADAL" clId="{6ED7B234-E96D-48DF-8D42-FA690BF8F431}" dt="2025-12-12T05:18:29.859" v="6071" actId="20577"/>
          <ac:spMkLst>
            <pc:docMk/>
            <pc:sldMk cId="601009827" sldId="302"/>
            <ac:spMk id="2" creationId="{A09E0DCF-7944-B657-ED84-04495A5B227B}"/>
          </ac:spMkLst>
        </pc:spChg>
        <pc:picChg chg="add mod">
          <ac:chgData name="Hamdy  Osama Mohammed El-Sayed Farag" userId="ce30e293-d0d5-48cf-89a7-3adfd3b27b58" providerId="ADAL" clId="{6ED7B234-E96D-48DF-8D42-FA690BF8F431}" dt="2025-12-12T05:49:18.233" v="6077" actId="1076"/>
          <ac:picMkLst>
            <pc:docMk/>
            <pc:sldMk cId="601009827" sldId="302"/>
            <ac:picMk id="5" creationId="{347BAB58-EB70-C630-1F05-99E5D4247AFF}"/>
          </ac:picMkLst>
        </pc:pic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81395" units="1/cm"/>
          <inkml:channelProperty channel="Y" name="resolution" value="55.81395" units="1/cm"/>
          <inkml:channelProperty channel="T" name="resolution" value="1" units="1/dev"/>
        </inkml:channelProperties>
      </inkml:inkSource>
      <inkml:timestamp xml:id="ts0" timeString="2025-12-16T16:16:12.555"/>
    </inkml:context>
    <inkml:brush xml:id="br0">
      <inkml:brushProperty name="width" value="0.05292" units="cm"/>
      <inkml:brushProperty name="height" value="0.05292" units="cm"/>
      <inkml:brushProperty name="color" value="#FF0000"/>
    </inkml:brush>
  </inkml:definitions>
  <inkml:trace contextRef="#ctx0" brushRef="#br0">4882 11708 0,'52'0'469,"-12"0"-454,0 0 1,-27 0 0,14 0-1,-1 0 1,14 0 15,-14 0-15,-13 0-1,27 0 1,-13 0 0,-1 0-1,-13 0-15,0 0 16,1 0 0,12 0-1,-13 0 1,14 0-1,-14 0 1,0 0 0,0 0-1,1-754 32,-1 1508-31,0-754-1,14 0 1,-1 0 0,14-13-1,-14 13 1,27 0 0,-26-14-1,12 14 1,-25 0-16,25 0 15,-12 0 1,-14 0-16,13 0 16,1 0-1,-14 0 1,14 0 0,-1 0-1,-13 0-15,14-13 16,-14 13-1,13 0 1,-12 0 0,-1 0-1,26 0 1,-12 0 15,-1-13-15,-12 13-1,12 0 1,1 0 15,-14 0 1,13 0-1,-13 0-16,14 0 1,-1 0 15,1 0-15,-14 0 0,14 0-1,12-13 16,-12 13 1,-14 0-17,0 0 17,14 0-17,-14-14 1,13 14-1,-12 0 1,25 0 0,-12 0-1,-1 0 1,14 0 0,-14 0-1,1 0 1,-14 0-1,13 0 1,-12 0 0,12 0-1,-13 0 17,1 0-17,-1 0 1,0 0-16,0 0 31,14 0-15,-14 0-1,13 0 17,-12 0-1,-1 0-16,0 0 1,0 0 15,1 0 1,25 0-1,-26 0-16,1 0 1,-1 0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81395" units="1/cm"/>
          <inkml:channelProperty channel="Y" name="resolution" value="55.81395" units="1/cm"/>
          <inkml:channelProperty channel="T" name="resolution" value="1" units="1/dev"/>
        </inkml:channelProperties>
      </inkml:inkSource>
      <inkml:timestamp xml:id="ts0" timeString="2025-12-16T16:16:36.952"/>
    </inkml:context>
    <inkml:brush xml:id="br0">
      <inkml:brushProperty name="width" value="0.05292" units="cm"/>
      <inkml:brushProperty name="height" value="0.05292" units="cm"/>
      <inkml:brushProperty name="color" value="#FF0000"/>
    </inkml:brush>
  </inkml:definitions>
  <inkml:trace contextRef="#ctx0" brushRef="#br0">3638 2738 0,'0'67'157,"53"184"-142,0-53 16,0-26-15,-14-106 0,-25-39-1,-14-14 1,13 0 0,0-13-1,0 0 1,14 0-1,-14 0 1,53 0 0,40-26-1,92-1 1,107-12 0,-120 12-1,80 14 16,-54 0-15,93-14 0,-92 27-1,-13 0 1,-133 0-16,92 0 16,1 27-1,-93-27-15,80 0 16,-14 0-1,0 0 1,-39 0-16,66 0 16,0 0-1,-67 0-15,67 13 16,-14 0 0,14 1-1,53 12 16,-53-26-15,39 0 0,-92 0-1,39 13 1,-65-13 0,26 13-1,-27-13 1,0 0-1,-39 0-15,13 0 16,66-13 0,66-13-1,172 13 1,-185-1 0,-26 1-1,-67 13 1,27 0 15,-26 0-15,12 0-1,-26 0 1,-26 0 0,-14 0-16,27 0 15,-13 0 1,13-13-1,-13 13 1,-1 0 0,27 0-1,-26 0 1,13 0 0,0-13-1,0-14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cd9ffaee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cd9ffaee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cd9ffaee7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cd9ffaee7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cd9ffaee7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CE0B4E57-9498-13ED-2B1E-E5E06FD30FFC}"/>
            </a:ext>
          </a:extLst>
        </p:cNvPr>
        <p:cNvGrpSpPr/>
        <p:nvPr/>
      </p:nvGrpSpPr>
      <p:grpSpPr>
        <a:xfrm>
          <a:off x="0" y="0"/>
          <a:ext cx="0" cy="0"/>
          <a:chOff x="0" y="0"/>
          <a:chExt cx="0" cy="0"/>
        </a:xfrm>
      </p:grpSpPr>
      <p:sp>
        <p:nvSpPr>
          <p:cNvPr id="68" name="Google Shape;68;g3acd9ffaee7_1_27:notes">
            <a:extLst>
              <a:ext uri="{FF2B5EF4-FFF2-40B4-BE49-F238E27FC236}">
                <a16:creationId xmlns:a16="http://schemas.microsoft.com/office/drawing/2014/main" id="{D3BDC0B3-BE9D-B1E1-3C6F-6068C17729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a:extLst>
              <a:ext uri="{FF2B5EF4-FFF2-40B4-BE49-F238E27FC236}">
                <a16:creationId xmlns:a16="http://schemas.microsoft.com/office/drawing/2014/main" id="{1D3AA0A9-65B7-881D-B3AE-0C16093097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0340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ACB2E35B-A2C0-34B6-F886-32E908634BFC}"/>
            </a:ext>
          </a:extLst>
        </p:cNvPr>
        <p:cNvGrpSpPr/>
        <p:nvPr/>
      </p:nvGrpSpPr>
      <p:grpSpPr>
        <a:xfrm>
          <a:off x="0" y="0"/>
          <a:ext cx="0" cy="0"/>
          <a:chOff x="0" y="0"/>
          <a:chExt cx="0" cy="0"/>
        </a:xfrm>
      </p:grpSpPr>
      <p:sp>
        <p:nvSpPr>
          <p:cNvPr id="68" name="Google Shape;68;g3acd9ffaee7_1_27:notes">
            <a:extLst>
              <a:ext uri="{FF2B5EF4-FFF2-40B4-BE49-F238E27FC236}">
                <a16:creationId xmlns:a16="http://schemas.microsoft.com/office/drawing/2014/main" id="{20A8DB0D-B4E4-4EAE-84DE-17038D39F5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a:extLst>
              <a:ext uri="{FF2B5EF4-FFF2-40B4-BE49-F238E27FC236}">
                <a16:creationId xmlns:a16="http://schemas.microsoft.com/office/drawing/2014/main" id="{9FFF2D4F-275D-B899-BA20-9040618A13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2574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48A39CF0-056C-95DC-4546-E8D901CC16C8}"/>
            </a:ext>
          </a:extLst>
        </p:cNvPr>
        <p:cNvGrpSpPr/>
        <p:nvPr/>
      </p:nvGrpSpPr>
      <p:grpSpPr>
        <a:xfrm>
          <a:off x="0" y="0"/>
          <a:ext cx="0" cy="0"/>
          <a:chOff x="0" y="0"/>
          <a:chExt cx="0" cy="0"/>
        </a:xfrm>
      </p:grpSpPr>
      <p:sp>
        <p:nvSpPr>
          <p:cNvPr id="68" name="Google Shape;68;g3acd9ffaee7_1_27:notes">
            <a:extLst>
              <a:ext uri="{FF2B5EF4-FFF2-40B4-BE49-F238E27FC236}">
                <a16:creationId xmlns:a16="http://schemas.microsoft.com/office/drawing/2014/main" id="{F95069F0-501C-F5E5-0DD7-BDCFD6D1C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a:extLst>
              <a:ext uri="{FF2B5EF4-FFF2-40B4-BE49-F238E27FC236}">
                <a16:creationId xmlns:a16="http://schemas.microsoft.com/office/drawing/2014/main" id="{6BEC3048-F275-8370-D51C-D2C5CDCA3E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0178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FC4CF2B9-5B22-28A2-5B4E-5956055E47E2}"/>
            </a:ext>
          </a:extLst>
        </p:cNvPr>
        <p:cNvGrpSpPr/>
        <p:nvPr/>
      </p:nvGrpSpPr>
      <p:grpSpPr>
        <a:xfrm>
          <a:off x="0" y="0"/>
          <a:ext cx="0" cy="0"/>
          <a:chOff x="0" y="0"/>
          <a:chExt cx="0" cy="0"/>
        </a:xfrm>
      </p:grpSpPr>
      <p:sp>
        <p:nvSpPr>
          <p:cNvPr id="68" name="Google Shape;68;g3acd9ffaee7_1_27:notes">
            <a:extLst>
              <a:ext uri="{FF2B5EF4-FFF2-40B4-BE49-F238E27FC236}">
                <a16:creationId xmlns:a16="http://schemas.microsoft.com/office/drawing/2014/main" id="{F9997113-04BE-32A1-5712-F0BDFEA5E2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a:extLst>
              <a:ext uri="{FF2B5EF4-FFF2-40B4-BE49-F238E27FC236}">
                <a16:creationId xmlns:a16="http://schemas.microsoft.com/office/drawing/2014/main" id="{CEB0A9E5-EC6B-5768-6936-09BCBF3589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0989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3B30E379-087B-7F4F-19EC-D5874241E1A9}"/>
            </a:ext>
          </a:extLst>
        </p:cNvPr>
        <p:cNvGrpSpPr/>
        <p:nvPr/>
      </p:nvGrpSpPr>
      <p:grpSpPr>
        <a:xfrm>
          <a:off x="0" y="0"/>
          <a:ext cx="0" cy="0"/>
          <a:chOff x="0" y="0"/>
          <a:chExt cx="0" cy="0"/>
        </a:xfrm>
      </p:grpSpPr>
      <p:sp>
        <p:nvSpPr>
          <p:cNvPr id="68" name="Google Shape;68;g3acd9ffaee7_1_27:notes">
            <a:extLst>
              <a:ext uri="{FF2B5EF4-FFF2-40B4-BE49-F238E27FC236}">
                <a16:creationId xmlns:a16="http://schemas.microsoft.com/office/drawing/2014/main" id="{948EEDEB-1314-7429-FD75-BFB7142A86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d9ffaee7_1_27:notes">
            <a:extLst>
              <a:ext uri="{FF2B5EF4-FFF2-40B4-BE49-F238E27FC236}">
                <a16:creationId xmlns:a16="http://schemas.microsoft.com/office/drawing/2014/main" id="{17FAC92F-7A33-9797-85D7-B95D2DAAC5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3994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acd9ffaee7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acd9ffaee7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cd9ffaee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cd9ffaee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cd9ffaee7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cd9ffaee7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cd9ffaee7_2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cd9ffaee7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436D40EA-0037-82E7-ADEF-976D1E2A56B6}"/>
            </a:ext>
          </a:extLst>
        </p:cNvPr>
        <p:cNvGrpSpPr/>
        <p:nvPr/>
      </p:nvGrpSpPr>
      <p:grpSpPr>
        <a:xfrm>
          <a:off x="0" y="0"/>
          <a:ext cx="0" cy="0"/>
          <a:chOff x="0" y="0"/>
          <a:chExt cx="0" cy="0"/>
        </a:xfrm>
      </p:grpSpPr>
      <p:sp>
        <p:nvSpPr>
          <p:cNvPr id="98" name="Google Shape;98;g3acd9ffaee7_2_13:notes">
            <a:extLst>
              <a:ext uri="{FF2B5EF4-FFF2-40B4-BE49-F238E27FC236}">
                <a16:creationId xmlns:a16="http://schemas.microsoft.com/office/drawing/2014/main" id="{8BBF675B-05CB-1CEC-DFE1-723D9E583E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cd9ffaee7_2_13:notes">
            <a:extLst>
              <a:ext uri="{FF2B5EF4-FFF2-40B4-BE49-F238E27FC236}">
                <a16:creationId xmlns:a16="http://schemas.microsoft.com/office/drawing/2014/main" id="{46388A67-0921-1D49-B599-E9850C76D5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240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cd9ffaee7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cd9ffaee7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70122E0E-90DD-D604-3C2E-FC3BA54447FA}"/>
            </a:ext>
          </a:extLst>
        </p:cNvPr>
        <p:cNvGrpSpPr/>
        <p:nvPr/>
      </p:nvGrpSpPr>
      <p:grpSpPr>
        <a:xfrm>
          <a:off x="0" y="0"/>
          <a:ext cx="0" cy="0"/>
          <a:chOff x="0" y="0"/>
          <a:chExt cx="0" cy="0"/>
        </a:xfrm>
      </p:grpSpPr>
      <p:sp>
        <p:nvSpPr>
          <p:cNvPr id="104" name="Google Shape;104;g3acd9ffaee7_2_24:notes">
            <a:extLst>
              <a:ext uri="{FF2B5EF4-FFF2-40B4-BE49-F238E27FC236}">
                <a16:creationId xmlns:a16="http://schemas.microsoft.com/office/drawing/2014/main" id="{94309109-1DD6-3718-8092-A0A8869A4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cd9ffaee7_2_24:notes">
            <a:extLst>
              <a:ext uri="{FF2B5EF4-FFF2-40B4-BE49-F238E27FC236}">
                <a16:creationId xmlns:a16="http://schemas.microsoft.com/office/drawing/2014/main" id="{47569B5B-5973-3D33-DE77-CE8D76FB42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0439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d79f1471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ad79f1471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88541647-E016-21B0-ED27-555E902508BD}"/>
            </a:ext>
          </a:extLst>
        </p:cNvPr>
        <p:cNvGrpSpPr/>
        <p:nvPr/>
      </p:nvGrpSpPr>
      <p:grpSpPr>
        <a:xfrm>
          <a:off x="0" y="0"/>
          <a:ext cx="0" cy="0"/>
          <a:chOff x="0" y="0"/>
          <a:chExt cx="0" cy="0"/>
        </a:xfrm>
      </p:grpSpPr>
      <p:sp>
        <p:nvSpPr>
          <p:cNvPr id="240" name="Google Shape;240;g3ad79f14711_0_27:notes">
            <a:extLst>
              <a:ext uri="{FF2B5EF4-FFF2-40B4-BE49-F238E27FC236}">
                <a16:creationId xmlns:a16="http://schemas.microsoft.com/office/drawing/2014/main" id="{2DBFF501-B0F2-0690-A341-36F3D6A291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ad79f14711_0_27:notes">
            <a:extLst>
              <a:ext uri="{FF2B5EF4-FFF2-40B4-BE49-F238E27FC236}">
                <a16:creationId xmlns:a16="http://schemas.microsoft.com/office/drawing/2014/main" id="{D8D27B8A-1567-1A6B-953F-21109E5FDD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6131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D9002FEC-FC31-3C39-0C1F-DF785E528045}"/>
            </a:ext>
          </a:extLst>
        </p:cNvPr>
        <p:cNvGrpSpPr/>
        <p:nvPr/>
      </p:nvGrpSpPr>
      <p:grpSpPr>
        <a:xfrm>
          <a:off x="0" y="0"/>
          <a:ext cx="0" cy="0"/>
          <a:chOff x="0" y="0"/>
          <a:chExt cx="0" cy="0"/>
        </a:xfrm>
      </p:grpSpPr>
      <p:sp>
        <p:nvSpPr>
          <p:cNvPr id="240" name="Google Shape;240;g3ad79f14711_0_27:notes">
            <a:extLst>
              <a:ext uri="{FF2B5EF4-FFF2-40B4-BE49-F238E27FC236}">
                <a16:creationId xmlns:a16="http://schemas.microsoft.com/office/drawing/2014/main" id="{5B19F77F-FC3A-4EC6-A343-B55B4B11B4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ad79f14711_0_27:notes">
            <a:extLst>
              <a:ext uri="{FF2B5EF4-FFF2-40B4-BE49-F238E27FC236}">
                <a16:creationId xmlns:a16="http://schemas.microsoft.com/office/drawing/2014/main" id="{553E5E21-F3CE-707B-F041-C5E737E63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5197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web3/web3.js"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hyperlink" Target="https://coredevsltd.com/articles/examples-of-decentralized-app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Web Development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dirty="0"/>
              <a:t>CSE343</a:t>
            </a:r>
            <a:endParaRPr dirty="0"/>
          </a:p>
          <a:p>
            <a:pPr marL="0" lvl="0" indent="0" algn="ctr" rtl="0">
              <a:spcBef>
                <a:spcPts val="0"/>
              </a:spcBef>
              <a:spcAft>
                <a:spcPts val="0"/>
              </a:spcAft>
              <a:buNone/>
            </a:pPr>
            <a:r>
              <a:rPr lang="en" dirty="0"/>
              <a:t>Lab 11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89862"/>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Agenda Overview</a:t>
            </a:r>
            <a:endParaRPr dirty="0"/>
          </a:p>
        </p:txBody>
      </p:sp>
      <p:sp>
        <p:nvSpPr>
          <p:cNvPr id="2" name="Content Placeholder 2">
            <a:extLst>
              <a:ext uri="{FF2B5EF4-FFF2-40B4-BE49-F238E27FC236}">
                <a16:creationId xmlns:a16="http://schemas.microsoft.com/office/drawing/2014/main" id="{3465E987-DE8A-35CC-89D5-5AFAD85BF414}"/>
              </a:ext>
            </a:extLst>
          </p:cNvPr>
          <p:cNvSpPr txBox="1">
            <a:spLocks/>
          </p:cNvSpPr>
          <p:nvPr/>
        </p:nvSpPr>
        <p:spPr>
          <a:xfrm>
            <a:off x="457200" y="1131662"/>
            <a:ext cx="8229600" cy="340170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a:p>
            <a:pPr marL="285750" lvl="1" indent="-285750">
              <a:buFont typeface="Arial" panose="020B0604020202020204" pitchFamily="34" charset="0"/>
              <a:buChar char="•"/>
            </a:pPr>
            <a:r>
              <a:rPr lang="en-US" sz="1800" dirty="0"/>
              <a:t>What is Web3?</a:t>
            </a:r>
          </a:p>
          <a:p>
            <a:pPr lvl="6"/>
            <a:r>
              <a:rPr lang="en-US" sz="1800" dirty="0"/>
              <a:t>	Blockchain fundamentals</a:t>
            </a:r>
          </a:p>
          <a:p>
            <a:pPr lvl="1"/>
            <a:r>
              <a:rPr lang="en-US" sz="1800" dirty="0"/>
              <a:t>	Smart contracts</a:t>
            </a:r>
          </a:p>
          <a:p>
            <a:pPr lvl="1"/>
            <a:r>
              <a:rPr lang="en-US" sz="1800" dirty="0"/>
              <a:t>	Wallets &amp; transactions</a:t>
            </a:r>
          </a:p>
          <a:p>
            <a:pPr lvl="1"/>
            <a:r>
              <a:rPr lang="en-US" sz="1800" dirty="0"/>
              <a:t>	</a:t>
            </a:r>
            <a:r>
              <a:rPr lang="en-US" sz="1800" dirty="0" err="1"/>
              <a:t>DApp</a:t>
            </a:r>
            <a:r>
              <a:rPr lang="en-US" sz="1800" dirty="0"/>
              <a:t> Architecture</a:t>
            </a:r>
          </a:p>
          <a:p>
            <a:pPr lvl="1"/>
            <a:r>
              <a:rPr lang="en-US" sz="1800" dirty="0"/>
              <a:t>	Real examples &amp; use cases</a:t>
            </a:r>
          </a:p>
          <a:p>
            <a:pPr marL="285750" lvl="1" indent="-285750">
              <a:buFont typeface="Arial" panose="020B0604020202020204" pitchFamily="34" charset="0"/>
              <a:buChar char="•"/>
            </a:pPr>
            <a:r>
              <a:rPr lang="en-US" sz="1800" dirty="0"/>
              <a:t>Sockets and Web Sockets</a:t>
            </a:r>
          </a:p>
          <a:p>
            <a:pPr lvl="1"/>
            <a:r>
              <a:rPr lang="en-US" sz="1800" dirty="0"/>
              <a:t>	Sockets vs HTTP</a:t>
            </a:r>
          </a:p>
          <a:p>
            <a:pPr lvl="1"/>
            <a:r>
              <a:rPr lang="en-US" sz="1800" dirty="0"/>
              <a:t>	Web Sockets Applications</a:t>
            </a:r>
          </a:p>
          <a:p>
            <a:pPr lvl="1"/>
            <a:r>
              <a:rPr lang="en-US" sz="1800" dirty="0"/>
              <a:t>	Sockets and Security</a:t>
            </a:r>
          </a:p>
          <a:p>
            <a:pPr lvl="1"/>
            <a:r>
              <a:rPr lang="en-US" sz="1800" dirty="0"/>
              <a:t>	Examples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Web 3?</a:t>
            </a:r>
            <a:endParaRPr dirty="0"/>
          </a:p>
        </p:txBody>
      </p:sp>
      <p:sp>
        <p:nvSpPr>
          <p:cNvPr id="66" name="Google Shape;66;p15"/>
          <p:cNvSpPr txBox="1">
            <a:spLocks noGrp="1"/>
          </p:cNvSpPr>
          <p:nvPr>
            <p:ph type="body" idx="1"/>
          </p:nvPr>
        </p:nvSpPr>
        <p:spPr>
          <a:xfrm>
            <a:off x="0" y="1210128"/>
            <a:ext cx="385644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400" dirty="0">
                <a:solidFill>
                  <a:schemeClr val="dk1"/>
                </a:solidFill>
              </a:rPr>
              <a:t>Web3 is the next generation of the internet, emphasizing decentralization, user ownership, and blockchain-based technologies.</a:t>
            </a:r>
          </a:p>
          <a:p>
            <a:pPr marL="457200" lvl="0" indent="-317500" algn="l" rtl="0">
              <a:spcBef>
                <a:spcPts val="0"/>
              </a:spcBef>
              <a:spcAft>
                <a:spcPts val="0"/>
              </a:spcAft>
              <a:buClr>
                <a:schemeClr val="dk1"/>
              </a:buClr>
              <a:buSzPts val="1400"/>
              <a:buChar char="-"/>
            </a:pPr>
            <a:r>
              <a:rPr lang="en-US" sz="1400" dirty="0">
                <a:solidFill>
                  <a:schemeClr val="dk1"/>
                </a:solidFill>
              </a:rPr>
              <a:t>What are the previous Generations for comparison? </a:t>
            </a:r>
          </a:p>
          <a:p>
            <a:pPr lvl="1">
              <a:buClr>
                <a:schemeClr val="dk1"/>
              </a:buClr>
              <a:buChar char="-"/>
            </a:pPr>
            <a:r>
              <a:rPr lang="en-US" dirty="0">
                <a:solidFill>
                  <a:schemeClr val="dk1"/>
                </a:solidFill>
              </a:rPr>
              <a:t>Web1: Read-only, static content</a:t>
            </a:r>
          </a:p>
          <a:p>
            <a:pPr lvl="1">
              <a:buClr>
                <a:schemeClr val="dk1"/>
              </a:buClr>
              <a:buChar char="-"/>
            </a:pPr>
            <a:r>
              <a:rPr lang="en-US" dirty="0">
                <a:solidFill>
                  <a:schemeClr val="dk1"/>
                </a:solidFill>
              </a:rPr>
              <a:t>Web2: Read-write, social, centralized platforms</a:t>
            </a:r>
          </a:p>
          <a:p>
            <a:pPr lvl="1">
              <a:buClr>
                <a:schemeClr val="dk1"/>
              </a:buClr>
              <a:buChar char="-"/>
            </a:pPr>
            <a:r>
              <a:rPr lang="en-US" dirty="0">
                <a:solidFill>
                  <a:schemeClr val="dk1"/>
                </a:solidFill>
              </a:rPr>
              <a:t>Web3: Read-write-own, decentralized, user-centric</a:t>
            </a:r>
            <a:endParaRPr dirty="0">
              <a:solidFill>
                <a:schemeClr val="dk1"/>
              </a:solidFill>
            </a:endParaRPr>
          </a:p>
        </p:txBody>
      </p:sp>
      <p:pic>
        <p:nvPicPr>
          <p:cNvPr id="3" name="Picture 2" descr="A diagram of different types of computer icons&#10;&#10;AI-generated content may be incorrect.">
            <a:extLst>
              <a:ext uri="{FF2B5EF4-FFF2-40B4-BE49-F238E27FC236}">
                <a16:creationId xmlns:a16="http://schemas.microsoft.com/office/drawing/2014/main" id="{9875A9B1-491C-9587-B25F-6CB522CCB6BA}"/>
              </a:ext>
            </a:extLst>
          </p:cNvPr>
          <p:cNvPicPr>
            <a:picLocks noChangeAspect="1"/>
          </p:cNvPicPr>
          <p:nvPr/>
        </p:nvPicPr>
        <p:blipFill>
          <a:blip r:embed="rId3"/>
          <a:stretch>
            <a:fillRect/>
          </a:stretch>
        </p:blipFill>
        <p:spPr>
          <a:xfrm>
            <a:off x="3678385" y="1210128"/>
            <a:ext cx="5419895" cy="3090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62793" y="259737"/>
            <a:ext cx="4309207"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Web 3 Core Technologies –</a:t>
            </a:r>
            <a:br>
              <a:rPr lang="en" dirty="0"/>
            </a:br>
            <a:r>
              <a:rPr lang="en" dirty="0"/>
              <a:t> Blockchain </a:t>
            </a:r>
            <a:endParaRPr dirty="0"/>
          </a:p>
        </p:txBody>
      </p:sp>
      <p:sp>
        <p:nvSpPr>
          <p:cNvPr id="72" name="Google Shape;72;p16"/>
          <p:cNvSpPr txBox="1">
            <a:spLocks noGrp="1"/>
          </p:cNvSpPr>
          <p:nvPr>
            <p:ph type="body" idx="1"/>
          </p:nvPr>
        </p:nvSpPr>
        <p:spPr>
          <a:xfrm>
            <a:off x="136437" y="1152474"/>
            <a:ext cx="4622307" cy="3881553"/>
          </a:xfrm>
          <a:prstGeom prst="rect">
            <a:avLst/>
          </a:prstGeom>
        </p:spPr>
        <p:txBody>
          <a:bodyPr spcFirstLastPara="1" wrap="square" lIns="91425" tIns="91425" rIns="91425" bIns="91425" anchor="t" anchorCtr="0">
            <a:normAutofit fontScale="92500"/>
          </a:bodyPr>
          <a:lstStyle/>
          <a:p>
            <a:pPr marL="457200" lvl="0" indent="-317500" algn="l" rtl="0">
              <a:spcBef>
                <a:spcPts val="0"/>
              </a:spcBef>
              <a:spcAft>
                <a:spcPts val="0"/>
              </a:spcAft>
              <a:buClr>
                <a:schemeClr val="dk1"/>
              </a:buClr>
              <a:buSzPts val="1400"/>
              <a:buChar char="-"/>
            </a:pPr>
            <a:r>
              <a:rPr lang="en-US" sz="1400" dirty="0">
                <a:solidFill>
                  <a:schemeClr val="dk1"/>
                </a:solidFill>
              </a:rPr>
              <a:t>Blockchain in Web3 is the foundational technology that enables decentralized applications (</a:t>
            </a:r>
            <a:r>
              <a:rPr lang="en-US" sz="1400" dirty="0" err="1">
                <a:solidFill>
                  <a:schemeClr val="dk1"/>
                </a:solidFill>
              </a:rPr>
              <a:t>DApps</a:t>
            </a:r>
            <a:r>
              <a:rPr lang="en-US" sz="1400" dirty="0">
                <a:solidFill>
                  <a:schemeClr val="dk1"/>
                </a:solidFill>
              </a:rPr>
              <a:t>), digital ownership, and trustless interactions on the internet.</a:t>
            </a:r>
          </a:p>
          <a:p>
            <a:pPr marL="457200" lvl="0" indent="-317500" algn="l" rtl="0">
              <a:spcBef>
                <a:spcPts val="0"/>
              </a:spcBef>
              <a:spcAft>
                <a:spcPts val="0"/>
              </a:spcAft>
              <a:buClr>
                <a:schemeClr val="dk1"/>
              </a:buClr>
              <a:buSzPts val="1400"/>
              <a:buChar char="-"/>
            </a:pPr>
            <a:r>
              <a:rPr lang="en-US" sz="1400" dirty="0">
                <a:solidFill>
                  <a:schemeClr val="dk1"/>
                </a:solidFill>
              </a:rPr>
              <a:t>Blockchain is a digital database or ledger that is distributed among the nodes of a peer-to-peer network.</a:t>
            </a:r>
          </a:p>
          <a:p>
            <a:pPr marL="457200" lvl="0" indent="-317500" algn="l" rtl="0">
              <a:spcBef>
                <a:spcPts val="0"/>
              </a:spcBef>
              <a:spcAft>
                <a:spcPts val="0"/>
              </a:spcAft>
              <a:buClr>
                <a:schemeClr val="dk1"/>
              </a:buClr>
              <a:buSzPts val="1400"/>
              <a:buChar char="-"/>
            </a:pPr>
            <a:r>
              <a:rPr lang="en-US" sz="1400" dirty="0">
                <a:solidFill>
                  <a:schemeClr val="dk1"/>
                </a:solidFill>
              </a:rPr>
              <a:t>Instead of storing data on a company-controlled server (Google, AWS, Meta…), blockchain stores information on a distributed network of nodes.</a:t>
            </a:r>
          </a:p>
          <a:p>
            <a:pPr marL="457200" lvl="0" indent="-317500" algn="l" rtl="0">
              <a:spcBef>
                <a:spcPts val="0"/>
              </a:spcBef>
              <a:spcAft>
                <a:spcPts val="0"/>
              </a:spcAft>
              <a:buClr>
                <a:schemeClr val="dk1"/>
              </a:buClr>
              <a:buSzPts val="1400"/>
              <a:buChar char="-"/>
            </a:pPr>
            <a:r>
              <a:rPr lang="en-US" sz="1400" dirty="0">
                <a:solidFill>
                  <a:schemeClr val="dk1"/>
                </a:solidFill>
              </a:rPr>
              <a:t>What this means: </a:t>
            </a:r>
          </a:p>
          <a:p>
            <a:pPr lvl="1">
              <a:buClr>
                <a:schemeClr val="dk1"/>
              </a:buClr>
              <a:buChar char="-"/>
            </a:pPr>
            <a:r>
              <a:rPr lang="en-US" dirty="0">
                <a:solidFill>
                  <a:schemeClr val="dk1"/>
                </a:solidFill>
              </a:rPr>
              <a:t>No single party controls the database</a:t>
            </a:r>
          </a:p>
          <a:p>
            <a:pPr lvl="1">
              <a:buClr>
                <a:schemeClr val="dk1"/>
              </a:buClr>
              <a:buChar char="-"/>
            </a:pPr>
            <a:r>
              <a:rPr lang="en-US" dirty="0">
                <a:solidFill>
                  <a:schemeClr val="dk1"/>
                </a:solidFill>
              </a:rPr>
              <a:t>Data is tamper-resistant (found on many nodes)</a:t>
            </a:r>
          </a:p>
          <a:p>
            <a:pPr lvl="1">
              <a:buClr>
                <a:schemeClr val="dk1"/>
              </a:buClr>
              <a:buChar char="-"/>
            </a:pPr>
            <a:r>
              <a:rPr lang="en-US" dirty="0">
                <a:solidFill>
                  <a:schemeClr val="dk1"/>
                </a:solidFill>
              </a:rPr>
              <a:t>Users own their own data</a:t>
            </a:r>
          </a:p>
          <a:p>
            <a:pPr lvl="1">
              <a:buClr>
                <a:schemeClr val="dk1"/>
              </a:buClr>
              <a:buChar char="-"/>
            </a:pPr>
            <a:r>
              <a:rPr lang="en-US" dirty="0">
                <a:solidFill>
                  <a:schemeClr val="dk1"/>
                </a:solidFill>
              </a:rPr>
              <a:t>Example: A smart contract that stores user balances across thousands of nodes</a:t>
            </a:r>
            <a:r>
              <a:rPr lang="en-US" sz="1000" dirty="0">
                <a:solidFill>
                  <a:schemeClr val="dk1"/>
                </a:solidFill>
              </a:rPr>
              <a:t>.</a:t>
            </a:r>
            <a:endParaRPr sz="1000" dirty="0">
              <a:solidFill>
                <a:schemeClr val="dk1"/>
              </a:solidFill>
            </a:endParaRPr>
          </a:p>
        </p:txBody>
      </p:sp>
      <p:pic>
        <p:nvPicPr>
          <p:cNvPr id="3" name="Picture 2" descr="A diagram of a database and blockchain&#10;&#10;AI-generated content may be incorrect.">
            <a:extLst>
              <a:ext uri="{FF2B5EF4-FFF2-40B4-BE49-F238E27FC236}">
                <a16:creationId xmlns:a16="http://schemas.microsoft.com/office/drawing/2014/main" id="{C3884C1E-4404-E4A8-8DAE-A3500BA6013A}"/>
              </a:ext>
            </a:extLst>
          </p:cNvPr>
          <p:cNvPicPr>
            <a:picLocks noChangeAspect="1"/>
          </p:cNvPicPr>
          <p:nvPr/>
        </p:nvPicPr>
        <p:blipFill>
          <a:blip r:embed="rId3"/>
          <a:stretch>
            <a:fillRect/>
          </a:stretch>
        </p:blipFill>
        <p:spPr>
          <a:xfrm>
            <a:off x="4938377" y="2829212"/>
            <a:ext cx="3845016" cy="2204815"/>
          </a:xfrm>
          <a:prstGeom prst="rect">
            <a:avLst/>
          </a:prstGeom>
        </p:spPr>
      </p:pic>
      <p:pic>
        <p:nvPicPr>
          <p:cNvPr id="5" name="Picture 4" descr="A diagram of a network&#10;&#10;AI-generated content may be incorrect.">
            <a:extLst>
              <a:ext uri="{FF2B5EF4-FFF2-40B4-BE49-F238E27FC236}">
                <a16:creationId xmlns:a16="http://schemas.microsoft.com/office/drawing/2014/main" id="{3C761497-B11A-7C4F-CC4E-0A76A5DE1D79}"/>
              </a:ext>
            </a:extLst>
          </p:cNvPr>
          <p:cNvPicPr>
            <a:picLocks noChangeAspect="1"/>
          </p:cNvPicPr>
          <p:nvPr/>
        </p:nvPicPr>
        <p:blipFill>
          <a:blip r:embed="rId4"/>
          <a:stretch>
            <a:fillRect/>
          </a:stretch>
        </p:blipFill>
        <p:spPr>
          <a:xfrm>
            <a:off x="4758744" y="507674"/>
            <a:ext cx="4248819" cy="2254164"/>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C3A10DB-B6C2-25EE-8CC4-03721490204F}"/>
                  </a:ext>
                </a:extLst>
              </p14:cNvPr>
              <p14:cNvContentPartPr/>
              <p14:nvPr/>
            </p14:nvContentPartPr>
            <p14:xfrm>
              <a:off x="1757520" y="3943440"/>
              <a:ext cx="776520" cy="271800"/>
            </p14:xfrm>
          </p:contentPart>
        </mc:Choice>
        <mc:Fallback>
          <p:pic>
            <p:nvPicPr>
              <p:cNvPr id="2" name="Ink 1">
                <a:extLst>
                  <a:ext uri="{FF2B5EF4-FFF2-40B4-BE49-F238E27FC236}">
                    <a16:creationId xmlns:a16="http://schemas.microsoft.com/office/drawing/2014/main" id="{9C3A10DB-B6C2-25EE-8CC4-03721490204F}"/>
                  </a:ext>
                </a:extLst>
              </p:cNvPr>
              <p:cNvPicPr/>
              <p:nvPr/>
            </p:nvPicPr>
            <p:blipFill>
              <a:blip r:embed="rId6"/>
              <a:stretch>
                <a:fillRect/>
              </a:stretch>
            </p:blipFill>
            <p:spPr>
              <a:xfrm>
                <a:off x="1748160" y="3934080"/>
                <a:ext cx="795240" cy="2905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09FA9683-2DB2-6EF5-EA99-16F33D886D2A}"/>
            </a:ext>
          </a:extLst>
        </p:cNvPr>
        <p:cNvGrpSpPr/>
        <p:nvPr/>
      </p:nvGrpSpPr>
      <p:grpSpPr>
        <a:xfrm>
          <a:off x="0" y="0"/>
          <a:ext cx="0" cy="0"/>
          <a:chOff x="0" y="0"/>
          <a:chExt cx="0" cy="0"/>
        </a:xfrm>
      </p:grpSpPr>
      <p:sp>
        <p:nvSpPr>
          <p:cNvPr id="71" name="Google Shape;71;p16">
            <a:extLst>
              <a:ext uri="{FF2B5EF4-FFF2-40B4-BE49-F238E27FC236}">
                <a16:creationId xmlns:a16="http://schemas.microsoft.com/office/drawing/2014/main" id="{2DA1A26A-FCA5-6C4D-DD45-98B1D7F07C3E}"/>
              </a:ext>
            </a:extLst>
          </p:cNvPr>
          <p:cNvSpPr txBox="1">
            <a:spLocks noGrp="1"/>
          </p:cNvSpPr>
          <p:nvPr>
            <p:ph type="title"/>
          </p:nvPr>
        </p:nvSpPr>
        <p:spPr>
          <a:xfrm>
            <a:off x="262793" y="259737"/>
            <a:ext cx="4309207"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Web 3 Core Technologies –</a:t>
            </a:r>
            <a:br>
              <a:rPr lang="en" dirty="0"/>
            </a:br>
            <a:r>
              <a:rPr lang="en" dirty="0"/>
              <a:t> Smart Contracts</a:t>
            </a:r>
            <a:endParaRPr dirty="0"/>
          </a:p>
        </p:txBody>
      </p:sp>
      <p:pic>
        <p:nvPicPr>
          <p:cNvPr id="4" name="Picture 3" descr="A diagram of a blockchain process&#10;&#10;AI-generated content may be incorrect.">
            <a:extLst>
              <a:ext uri="{FF2B5EF4-FFF2-40B4-BE49-F238E27FC236}">
                <a16:creationId xmlns:a16="http://schemas.microsoft.com/office/drawing/2014/main" id="{3F4E788A-B592-1FA3-64F8-47C8BAD43B9F}"/>
              </a:ext>
            </a:extLst>
          </p:cNvPr>
          <p:cNvPicPr>
            <a:picLocks noChangeAspect="1"/>
          </p:cNvPicPr>
          <p:nvPr/>
        </p:nvPicPr>
        <p:blipFill>
          <a:blip r:embed="rId3"/>
          <a:stretch>
            <a:fillRect/>
          </a:stretch>
        </p:blipFill>
        <p:spPr>
          <a:xfrm>
            <a:off x="4881787" y="2571750"/>
            <a:ext cx="3688905" cy="2496888"/>
          </a:xfrm>
          <a:prstGeom prst="rect">
            <a:avLst/>
          </a:prstGeom>
        </p:spPr>
      </p:pic>
      <p:sp>
        <p:nvSpPr>
          <p:cNvPr id="72" name="Google Shape;72;p16">
            <a:extLst>
              <a:ext uri="{FF2B5EF4-FFF2-40B4-BE49-F238E27FC236}">
                <a16:creationId xmlns:a16="http://schemas.microsoft.com/office/drawing/2014/main" id="{70C77345-34F3-9828-7103-CF43AB684C1D}"/>
              </a:ext>
            </a:extLst>
          </p:cNvPr>
          <p:cNvSpPr txBox="1">
            <a:spLocks noGrp="1"/>
          </p:cNvSpPr>
          <p:nvPr>
            <p:ph type="body" idx="1"/>
          </p:nvPr>
        </p:nvSpPr>
        <p:spPr>
          <a:xfrm>
            <a:off x="-101179" y="1216873"/>
            <a:ext cx="4937893" cy="3881553"/>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400" dirty="0">
                <a:solidFill>
                  <a:schemeClr val="dk1"/>
                </a:solidFill>
              </a:rPr>
              <a:t>Smart Contracts: Self-executing code enabling automation and trust. The code of smart contracts run on blockchain nodes to validate and verify transactions as they enable:</a:t>
            </a:r>
          </a:p>
          <a:p>
            <a:pPr lvl="1">
              <a:buClr>
                <a:schemeClr val="dk1"/>
              </a:buClr>
              <a:buChar char="-"/>
            </a:pPr>
            <a:r>
              <a:rPr lang="en-US" dirty="0">
                <a:solidFill>
                  <a:schemeClr val="dk1"/>
                </a:solidFill>
              </a:rPr>
              <a:t>Automated logic</a:t>
            </a:r>
          </a:p>
          <a:p>
            <a:pPr lvl="1">
              <a:buClr>
                <a:schemeClr val="dk1"/>
              </a:buClr>
              <a:buChar char="-"/>
            </a:pPr>
            <a:r>
              <a:rPr lang="en-US" dirty="0">
                <a:solidFill>
                  <a:schemeClr val="dk1"/>
                </a:solidFill>
              </a:rPr>
              <a:t>Transparent rules</a:t>
            </a:r>
          </a:p>
          <a:p>
            <a:pPr lvl="1">
              <a:buClr>
                <a:schemeClr val="dk1"/>
              </a:buClr>
              <a:buChar char="-"/>
            </a:pPr>
            <a:r>
              <a:rPr lang="en-US" dirty="0">
                <a:solidFill>
                  <a:schemeClr val="dk1"/>
                </a:solidFill>
              </a:rPr>
              <a:t>Immutable behavior</a:t>
            </a:r>
          </a:p>
          <a:p>
            <a:pPr lvl="1">
              <a:buClr>
                <a:schemeClr val="dk1"/>
              </a:buClr>
              <a:buChar char="-"/>
            </a:pPr>
            <a:r>
              <a:rPr lang="en-US" dirty="0">
                <a:solidFill>
                  <a:schemeClr val="dk1"/>
                </a:solidFill>
              </a:rPr>
              <a:t>Self-executing agreements</a:t>
            </a:r>
          </a:p>
          <a:p>
            <a:pPr marL="457200" lvl="0" indent="-317500" algn="l" rtl="0">
              <a:spcBef>
                <a:spcPts val="0"/>
              </a:spcBef>
              <a:spcAft>
                <a:spcPts val="0"/>
              </a:spcAft>
              <a:buClr>
                <a:schemeClr val="dk1"/>
              </a:buClr>
              <a:buSzPts val="1400"/>
              <a:buChar char="-"/>
            </a:pPr>
            <a:r>
              <a:rPr lang="en-US" sz="1400" dirty="0">
                <a:solidFill>
                  <a:schemeClr val="dk1"/>
                </a:solidFill>
              </a:rPr>
              <a:t>Think of it as a backend API, but on the blockchain and as code that no one can change after deployment. It is digital contract that executes itself when conditions are met with no any human intervention or central regulation.</a:t>
            </a:r>
          </a:p>
          <a:p>
            <a:pPr marL="457200" lvl="0" indent="-317500" algn="l" rtl="0">
              <a:spcBef>
                <a:spcPts val="0"/>
              </a:spcBef>
              <a:spcAft>
                <a:spcPts val="0"/>
              </a:spcAft>
              <a:buClr>
                <a:schemeClr val="dk1"/>
              </a:buClr>
              <a:buSzPts val="1400"/>
              <a:buChar char="-"/>
            </a:pPr>
            <a:r>
              <a:rPr lang="en-US" sz="1400" dirty="0">
                <a:solidFill>
                  <a:schemeClr val="dk1"/>
                </a:solidFill>
              </a:rPr>
              <a:t>Example code for a smart contract using Solidity Programming Language (of Ethereum Cryptocurrency)</a:t>
            </a:r>
            <a:endParaRPr sz="1000" dirty="0">
              <a:solidFill>
                <a:schemeClr val="dk1"/>
              </a:solidFill>
            </a:endParaRPr>
          </a:p>
        </p:txBody>
      </p:sp>
      <p:pic>
        <p:nvPicPr>
          <p:cNvPr id="7" name="Picture 6" descr="A screenshot of a computer code&#10;&#10;AI-generated content may be incorrect.">
            <a:extLst>
              <a:ext uri="{FF2B5EF4-FFF2-40B4-BE49-F238E27FC236}">
                <a16:creationId xmlns:a16="http://schemas.microsoft.com/office/drawing/2014/main" id="{896F0F16-56B3-2768-AD48-5B15FDBBED5E}"/>
              </a:ext>
            </a:extLst>
          </p:cNvPr>
          <p:cNvPicPr>
            <a:picLocks noChangeAspect="1"/>
          </p:cNvPicPr>
          <p:nvPr/>
        </p:nvPicPr>
        <p:blipFill>
          <a:blip r:embed="rId4"/>
          <a:stretch>
            <a:fillRect/>
          </a:stretch>
        </p:blipFill>
        <p:spPr>
          <a:xfrm>
            <a:off x="5358114" y="74862"/>
            <a:ext cx="2646103" cy="2355885"/>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65E486B-5906-0400-6206-5DB1943906D8}"/>
                  </a:ext>
                </a:extLst>
              </p14:cNvPr>
              <p14:cNvContentPartPr/>
              <p14:nvPr/>
            </p14:nvContentPartPr>
            <p14:xfrm>
              <a:off x="1309680" y="985680"/>
              <a:ext cx="2657880" cy="290880"/>
            </p14:xfrm>
          </p:contentPart>
        </mc:Choice>
        <mc:Fallback>
          <p:pic>
            <p:nvPicPr>
              <p:cNvPr id="2" name="Ink 1">
                <a:extLst>
                  <a:ext uri="{FF2B5EF4-FFF2-40B4-BE49-F238E27FC236}">
                    <a16:creationId xmlns:a16="http://schemas.microsoft.com/office/drawing/2014/main" id="{F65E486B-5906-0400-6206-5DB1943906D8}"/>
                  </a:ext>
                </a:extLst>
              </p:cNvPr>
              <p:cNvPicPr/>
              <p:nvPr/>
            </p:nvPicPr>
            <p:blipFill>
              <a:blip r:embed="rId6"/>
              <a:stretch>
                <a:fillRect/>
              </a:stretch>
            </p:blipFill>
            <p:spPr>
              <a:xfrm>
                <a:off x="1300320" y="976320"/>
                <a:ext cx="2676600" cy="309600"/>
              </a:xfrm>
              <a:prstGeom prst="rect">
                <a:avLst/>
              </a:prstGeom>
            </p:spPr>
          </p:pic>
        </mc:Fallback>
      </mc:AlternateContent>
    </p:spTree>
    <p:extLst>
      <p:ext uri="{BB962C8B-B14F-4D97-AF65-F5344CB8AC3E}">
        <p14:creationId xmlns:p14="http://schemas.microsoft.com/office/powerpoint/2010/main" val="2745783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9389F458-C20F-C58A-653A-1BD1CFD42E0F}"/>
            </a:ext>
          </a:extLst>
        </p:cNvPr>
        <p:cNvGrpSpPr/>
        <p:nvPr/>
      </p:nvGrpSpPr>
      <p:grpSpPr>
        <a:xfrm>
          <a:off x="0" y="0"/>
          <a:ext cx="0" cy="0"/>
          <a:chOff x="0" y="0"/>
          <a:chExt cx="0" cy="0"/>
        </a:xfrm>
      </p:grpSpPr>
      <p:sp>
        <p:nvSpPr>
          <p:cNvPr id="71" name="Google Shape;71;p16">
            <a:extLst>
              <a:ext uri="{FF2B5EF4-FFF2-40B4-BE49-F238E27FC236}">
                <a16:creationId xmlns:a16="http://schemas.microsoft.com/office/drawing/2014/main" id="{B3296561-0BE0-27B2-0D80-6861A60A4BF4}"/>
              </a:ext>
            </a:extLst>
          </p:cNvPr>
          <p:cNvSpPr txBox="1">
            <a:spLocks noGrp="1"/>
          </p:cNvSpPr>
          <p:nvPr>
            <p:ph type="title"/>
          </p:nvPr>
        </p:nvSpPr>
        <p:spPr>
          <a:xfrm>
            <a:off x="262793" y="66557"/>
            <a:ext cx="6601646"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Web 3 Core Technologies – Digital Wallets</a:t>
            </a:r>
            <a:endParaRPr dirty="0"/>
          </a:p>
        </p:txBody>
      </p:sp>
      <p:sp>
        <p:nvSpPr>
          <p:cNvPr id="72" name="Google Shape;72;p16">
            <a:extLst>
              <a:ext uri="{FF2B5EF4-FFF2-40B4-BE49-F238E27FC236}">
                <a16:creationId xmlns:a16="http://schemas.microsoft.com/office/drawing/2014/main" id="{8CB8CD36-8520-3337-B30B-30E0C01E1635}"/>
              </a:ext>
            </a:extLst>
          </p:cNvPr>
          <p:cNvSpPr txBox="1">
            <a:spLocks noGrp="1"/>
          </p:cNvSpPr>
          <p:nvPr>
            <p:ph type="body" idx="1"/>
          </p:nvPr>
        </p:nvSpPr>
        <p:spPr>
          <a:xfrm>
            <a:off x="-101179" y="476343"/>
            <a:ext cx="8536841" cy="3881553"/>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300" dirty="0">
                <a:solidFill>
                  <a:schemeClr val="dk1"/>
                </a:solidFill>
              </a:rPr>
              <a:t>Digital wallets are another foundational concept in Web3, and they are essential for understanding how users interact with blockchains, smart contracts, and decentralized applications.</a:t>
            </a:r>
          </a:p>
          <a:p>
            <a:pPr marL="457200" lvl="0" indent="-317500" algn="l" rtl="0">
              <a:spcBef>
                <a:spcPts val="0"/>
              </a:spcBef>
              <a:spcAft>
                <a:spcPts val="0"/>
              </a:spcAft>
              <a:buClr>
                <a:schemeClr val="dk1"/>
              </a:buClr>
              <a:buSzPts val="1400"/>
              <a:buChar char="-"/>
            </a:pPr>
            <a:r>
              <a:rPr lang="en-US" sz="1300" dirty="0">
                <a:solidFill>
                  <a:schemeClr val="dk1"/>
                </a:solidFill>
              </a:rPr>
              <a:t>A digital wallet (or crypto wallet) is a software (hot wallet) or hardware (cold wallet) tool that allows users to store private keys, send &amp; receive cryptocurrency, interact with smart contracts, and log in to </a:t>
            </a:r>
            <a:r>
              <a:rPr lang="en-US" sz="1300" dirty="0" err="1">
                <a:solidFill>
                  <a:schemeClr val="dk1"/>
                </a:solidFill>
              </a:rPr>
              <a:t>DApps</a:t>
            </a:r>
            <a:r>
              <a:rPr lang="en-US" sz="1300" dirty="0">
                <a:solidFill>
                  <a:schemeClr val="dk1"/>
                </a:solidFill>
              </a:rPr>
              <a:t> (without a username/password)</a:t>
            </a:r>
          </a:p>
          <a:p>
            <a:pPr marL="457200" lvl="0" indent="-317500" algn="l" rtl="0">
              <a:spcBef>
                <a:spcPts val="0"/>
              </a:spcBef>
              <a:spcAft>
                <a:spcPts val="0"/>
              </a:spcAft>
              <a:buClr>
                <a:schemeClr val="dk1"/>
              </a:buClr>
              <a:buSzPts val="1400"/>
              <a:buChar char="-"/>
            </a:pPr>
            <a:r>
              <a:rPr lang="en-US" sz="1300" dirty="0">
                <a:solidFill>
                  <a:schemeClr val="dk1"/>
                </a:solidFill>
              </a:rPr>
              <a:t> Important: A Web3 wallet does not store coins physically. Coins live on the blockchain. Your wallet stores the keys needed to access them.</a:t>
            </a:r>
          </a:p>
          <a:p>
            <a:pPr marL="457200" lvl="0" indent="-317500" algn="l" rtl="0">
              <a:spcBef>
                <a:spcPts val="0"/>
              </a:spcBef>
              <a:spcAft>
                <a:spcPts val="0"/>
              </a:spcAft>
              <a:buClr>
                <a:schemeClr val="dk1"/>
              </a:buClr>
              <a:buSzPts val="1400"/>
              <a:buChar char="-"/>
            </a:pPr>
            <a:r>
              <a:rPr lang="en-US" sz="1300" dirty="0">
                <a:solidFill>
                  <a:schemeClr val="dk1"/>
                </a:solidFill>
              </a:rPr>
              <a:t>Wallets have public key (there known address – like your bank account number). Private keys should not be shared as this will allow others to access your coins and tokens. </a:t>
            </a:r>
          </a:p>
          <a:p>
            <a:pPr marL="457200" lvl="0" indent="-317500" algn="l" rtl="0">
              <a:spcBef>
                <a:spcPts val="0"/>
              </a:spcBef>
              <a:spcAft>
                <a:spcPts val="0"/>
              </a:spcAft>
              <a:buClr>
                <a:schemeClr val="dk1"/>
              </a:buClr>
              <a:buSzPts val="1400"/>
              <a:buChar char="-"/>
            </a:pPr>
            <a:r>
              <a:rPr lang="en-US" sz="1300" dirty="0">
                <a:solidFill>
                  <a:schemeClr val="dk1"/>
                </a:solidFill>
              </a:rPr>
              <a:t>Wallets are your identity in Dapps. You use them to approve transactions and manage your tokens.</a:t>
            </a:r>
            <a:endParaRPr sz="1300" dirty="0">
              <a:solidFill>
                <a:schemeClr val="dk1"/>
              </a:solidFill>
            </a:endParaRPr>
          </a:p>
        </p:txBody>
      </p:sp>
      <p:pic>
        <p:nvPicPr>
          <p:cNvPr id="6" name="Picture 5" descr="A screenshot of a computer&#10;&#10;AI-generated content may be incorrect.">
            <a:extLst>
              <a:ext uri="{FF2B5EF4-FFF2-40B4-BE49-F238E27FC236}">
                <a16:creationId xmlns:a16="http://schemas.microsoft.com/office/drawing/2014/main" id="{DBFE15F5-CD85-D865-2288-3EB97BA5F176}"/>
              </a:ext>
            </a:extLst>
          </p:cNvPr>
          <p:cNvPicPr>
            <a:picLocks noChangeAspect="1"/>
          </p:cNvPicPr>
          <p:nvPr/>
        </p:nvPicPr>
        <p:blipFill>
          <a:blip r:embed="rId3"/>
          <a:stretch>
            <a:fillRect/>
          </a:stretch>
        </p:blipFill>
        <p:spPr>
          <a:xfrm>
            <a:off x="2716101" y="3091355"/>
            <a:ext cx="6254750" cy="1910758"/>
          </a:xfrm>
          <a:prstGeom prst="rect">
            <a:avLst/>
          </a:prstGeom>
        </p:spPr>
      </p:pic>
      <p:pic>
        <p:nvPicPr>
          <p:cNvPr id="11" name="Picture 10" descr="A diagram of different wallets&#10;&#10;AI-generated content may be incorrect.">
            <a:extLst>
              <a:ext uri="{FF2B5EF4-FFF2-40B4-BE49-F238E27FC236}">
                <a16:creationId xmlns:a16="http://schemas.microsoft.com/office/drawing/2014/main" id="{EC7C6225-8521-89BD-21B7-CEAA0A84CE00}"/>
              </a:ext>
            </a:extLst>
          </p:cNvPr>
          <p:cNvPicPr>
            <a:picLocks noChangeAspect="1"/>
          </p:cNvPicPr>
          <p:nvPr/>
        </p:nvPicPr>
        <p:blipFill>
          <a:blip r:embed="rId4"/>
          <a:stretch>
            <a:fillRect/>
          </a:stretch>
        </p:blipFill>
        <p:spPr>
          <a:xfrm>
            <a:off x="90152" y="2983312"/>
            <a:ext cx="2339528" cy="2126844"/>
          </a:xfrm>
          <a:prstGeom prst="rect">
            <a:avLst/>
          </a:prstGeom>
        </p:spPr>
      </p:pic>
    </p:spTree>
    <p:extLst>
      <p:ext uri="{BB962C8B-B14F-4D97-AF65-F5344CB8AC3E}">
        <p14:creationId xmlns:p14="http://schemas.microsoft.com/office/powerpoint/2010/main" val="3477566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9F41F37B-9C28-1A77-E264-A3561086DD01}"/>
            </a:ext>
          </a:extLst>
        </p:cNvPr>
        <p:cNvGrpSpPr/>
        <p:nvPr/>
      </p:nvGrpSpPr>
      <p:grpSpPr>
        <a:xfrm>
          <a:off x="0" y="0"/>
          <a:ext cx="0" cy="0"/>
          <a:chOff x="0" y="0"/>
          <a:chExt cx="0" cy="0"/>
        </a:xfrm>
      </p:grpSpPr>
      <p:sp>
        <p:nvSpPr>
          <p:cNvPr id="71" name="Google Shape;71;p16">
            <a:extLst>
              <a:ext uri="{FF2B5EF4-FFF2-40B4-BE49-F238E27FC236}">
                <a16:creationId xmlns:a16="http://schemas.microsoft.com/office/drawing/2014/main" id="{07D18E06-A7CE-6ABD-0C56-A13701FD10C9}"/>
              </a:ext>
            </a:extLst>
          </p:cNvPr>
          <p:cNvSpPr txBox="1">
            <a:spLocks noGrp="1"/>
          </p:cNvSpPr>
          <p:nvPr>
            <p:ph type="title"/>
          </p:nvPr>
        </p:nvSpPr>
        <p:spPr>
          <a:xfrm>
            <a:off x="262792" y="259737"/>
            <a:ext cx="7857337"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Web 3 Core Technologies – Transactions and Tokens</a:t>
            </a:r>
            <a:endParaRPr dirty="0"/>
          </a:p>
        </p:txBody>
      </p:sp>
      <p:sp>
        <p:nvSpPr>
          <p:cNvPr id="72" name="Google Shape;72;p16">
            <a:extLst>
              <a:ext uri="{FF2B5EF4-FFF2-40B4-BE49-F238E27FC236}">
                <a16:creationId xmlns:a16="http://schemas.microsoft.com/office/drawing/2014/main" id="{F16E30C1-4F8B-6285-7FDD-E158E82EAD8C}"/>
              </a:ext>
            </a:extLst>
          </p:cNvPr>
          <p:cNvSpPr txBox="1">
            <a:spLocks noGrp="1"/>
          </p:cNvSpPr>
          <p:nvPr>
            <p:ph type="body" idx="1"/>
          </p:nvPr>
        </p:nvSpPr>
        <p:spPr>
          <a:xfrm>
            <a:off x="-101179" y="637324"/>
            <a:ext cx="8536841" cy="3881553"/>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300" dirty="0">
                <a:solidFill>
                  <a:schemeClr val="dk1"/>
                </a:solidFill>
              </a:rPr>
              <a:t>Transactions can be made to “move” currency from one wallet to another in exchange for digital assets (tokens) – or even physical assets in some cases.</a:t>
            </a:r>
          </a:p>
          <a:p>
            <a:pPr marL="457200" lvl="0" indent="-317500" algn="l" rtl="0">
              <a:spcBef>
                <a:spcPts val="0"/>
              </a:spcBef>
              <a:spcAft>
                <a:spcPts val="0"/>
              </a:spcAft>
              <a:buClr>
                <a:schemeClr val="dk1"/>
              </a:buClr>
              <a:buSzPts val="1400"/>
              <a:buChar char="-"/>
            </a:pPr>
            <a:r>
              <a:rPr lang="en-US" sz="1300" dirty="0">
                <a:solidFill>
                  <a:schemeClr val="dk1"/>
                </a:solidFill>
              </a:rPr>
              <a:t>Each transaction should include the “gas” needed to process the transaction from which the miners are paid the money based on the gas price.</a:t>
            </a:r>
          </a:p>
          <a:p>
            <a:pPr marL="457200" lvl="0" indent="-317500" algn="l" rtl="0">
              <a:spcBef>
                <a:spcPts val="0"/>
              </a:spcBef>
              <a:spcAft>
                <a:spcPts val="0"/>
              </a:spcAft>
              <a:buClr>
                <a:schemeClr val="dk1"/>
              </a:buClr>
              <a:buSzPts val="1400"/>
              <a:buChar char="-"/>
            </a:pPr>
            <a:r>
              <a:rPr lang="en-US" sz="1300" dirty="0">
                <a:solidFill>
                  <a:schemeClr val="dk1"/>
                </a:solidFill>
              </a:rPr>
              <a:t>Gas needed for each operation on the blockchain vary based on the complexity of the operation. Smart contracts should be optimized to not have high gas consumption and be expensive to compute.</a:t>
            </a:r>
          </a:p>
          <a:p>
            <a:pPr marL="457200" lvl="0" indent="-317500" algn="l" rtl="0">
              <a:spcBef>
                <a:spcPts val="0"/>
              </a:spcBef>
              <a:spcAft>
                <a:spcPts val="0"/>
              </a:spcAft>
              <a:buClr>
                <a:schemeClr val="dk1"/>
              </a:buClr>
              <a:buSzPts val="1400"/>
              <a:buChar char="-"/>
            </a:pPr>
            <a:r>
              <a:rPr lang="en-US" sz="1300" dirty="0">
                <a:solidFill>
                  <a:schemeClr val="dk1"/>
                </a:solidFill>
              </a:rPr>
              <a:t> This feature is important not only for paying miners who validate the blockchain transactions, but also to prevent DDOS like attacks on blockchains due to gas depletion with long operation.</a:t>
            </a:r>
          </a:p>
          <a:p>
            <a:pPr marL="457200" lvl="0" indent="-317500" algn="l" rtl="0">
              <a:spcBef>
                <a:spcPts val="0"/>
              </a:spcBef>
              <a:spcAft>
                <a:spcPts val="0"/>
              </a:spcAft>
              <a:buClr>
                <a:schemeClr val="dk1"/>
              </a:buClr>
              <a:buSzPts val="1400"/>
              <a:buChar char="-"/>
            </a:pPr>
            <a:r>
              <a:rPr lang="en-US" sz="1300" dirty="0">
                <a:solidFill>
                  <a:schemeClr val="dk1"/>
                </a:solidFill>
              </a:rPr>
              <a:t>Transactions stored on the blockchain are “chained” in sequence through hashing. Each new block has the hash of the previous block to know the sequence of the blockchain.</a:t>
            </a:r>
          </a:p>
          <a:p>
            <a:pPr marL="457200" lvl="0" indent="-317500" algn="l" rtl="0">
              <a:spcBef>
                <a:spcPts val="0"/>
              </a:spcBef>
              <a:spcAft>
                <a:spcPts val="0"/>
              </a:spcAft>
              <a:buClr>
                <a:schemeClr val="dk1"/>
              </a:buClr>
              <a:buSzPts val="1400"/>
              <a:buChar char="-"/>
            </a:pPr>
            <a:r>
              <a:rPr lang="en-US" sz="1300" dirty="0">
                <a:solidFill>
                  <a:schemeClr val="dk1"/>
                </a:solidFill>
              </a:rPr>
              <a:t>Tokens can be of different types like USDT, unique arts or digital assets in games etc. </a:t>
            </a:r>
            <a:endParaRPr sz="1300" dirty="0">
              <a:solidFill>
                <a:schemeClr val="dk1"/>
              </a:solidFill>
            </a:endParaRPr>
          </a:p>
        </p:txBody>
      </p:sp>
      <p:pic>
        <p:nvPicPr>
          <p:cNvPr id="3" name="Picture 2" descr="A screenshot of a computer code&#10;&#10;AI-generated content may be incorrect.">
            <a:extLst>
              <a:ext uri="{FF2B5EF4-FFF2-40B4-BE49-F238E27FC236}">
                <a16:creationId xmlns:a16="http://schemas.microsoft.com/office/drawing/2014/main" id="{7F534F4A-FCDA-3477-655E-8729DA864BAE}"/>
              </a:ext>
            </a:extLst>
          </p:cNvPr>
          <p:cNvPicPr>
            <a:picLocks noChangeAspect="1"/>
          </p:cNvPicPr>
          <p:nvPr/>
        </p:nvPicPr>
        <p:blipFill>
          <a:blip r:embed="rId3"/>
          <a:stretch>
            <a:fillRect/>
          </a:stretch>
        </p:blipFill>
        <p:spPr>
          <a:xfrm>
            <a:off x="584368" y="3392812"/>
            <a:ext cx="1791784" cy="1750688"/>
          </a:xfrm>
          <a:prstGeom prst="rect">
            <a:avLst/>
          </a:prstGeom>
        </p:spPr>
      </p:pic>
      <p:pic>
        <p:nvPicPr>
          <p:cNvPr id="4" name="Picture 3" descr="A diagram of a blockchain&#10;&#10;AI-generated content may be incorrect.">
            <a:extLst>
              <a:ext uri="{FF2B5EF4-FFF2-40B4-BE49-F238E27FC236}">
                <a16:creationId xmlns:a16="http://schemas.microsoft.com/office/drawing/2014/main" id="{92EDE176-4E31-9FF8-0111-26BD8F2FD235}"/>
              </a:ext>
            </a:extLst>
          </p:cNvPr>
          <p:cNvPicPr>
            <a:picLocks noChangeAspect="1"/>
          </p:cNvPicPr>
          <p:nvPr/>
        </p:nvPicPr>
        <p:blipFill>
          <a:blip r:embed="rId4"/>
          <a:stretch>
            <a:fillRect/>
          </a:stretch>
        </p:blipFill>
        <p:spPr>
          <a:xfrm>
            <a:off x="3886233" y="3387989"/>
            <a:ext cx="4317608" cy="1755511"/>
          </a:xfrm>
          <a:prstGeom prst="rect">
            <a:avLst/>
          </a:prstGeom>
        </p:spPr>
      </p:pic>
    </p:spTree>
    <p:extLst>
      <p:ext uri="{BB962C8B-B14F-4D97-AF65-F5344CB8AC3E}">
        <p14:creationId xmlns:p14="http://schemas.microsoft.com/office/powerpoint/2010/main" val="319494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DA394B69-F258-B95A-371D-EAEA4CD14852}"/>
            </a:ext>
          </a:extLst>
        </p:cNvPr>
        <p:cNvGrpSpPr/>
        <p:nvPr/>
      </p:nvGrpSpPr>
      <p:grpSpPr>
        <a:xfrm>
          <a:off x="0" y="0"/>
          <a:ext cx="0" cy="0"/>
          <a:chOff x="0" y="0"/>
          <a:chExt cx="0" cy="0"/>
        </a:xfrm>
      </p:grpSpPr>
      <p:sp>
        <p:nvSpPr>
          <p:cNvPr id="71" name="Google Shape;71;p16">
            <a:extLst>
              <a:ext uri="{FF2B5EF4-FFF2-40B4-BE49-F238E27FC236}">
                <a16:creationId xmlns:a16="http://schemas.microsoft.com/office/drawing/2014/main" id="{7D9CF1E7-62F8-D3EE-487D-E03BB29C2213}"/>
              </a:ext>
            </a:extLst>
          </p:cNvPr>
          <p:cNvSpPr txBox="1">
            <a:spLocks noGrp="1"/>
          </p:cNvSpPr>
          <p:nvPr>
            <p:ph type="title"/>
          </p:nvPr>
        </p:nvSpPr>
        <p:spPr>
          <a:xfrm>
            <a:off x="262792" y="259737"/>
            <a:ext cx="7857337" cy="572700"/>
          </a:xfrm>
          <a:prstGeom prst="rect">
            <a:avLst/>
          </a:prstGeom>
        </p:spPr>
        <p:txBody>
          <a:bodyPr spcFirstLastPara="1" wrap="square" lIns="91425" tIns="91425" rIns="91425" bIns="91425" anchor="t" anchorCtr="0">
            <a:normAutofit fontScale="90000"/>
          </a:bodyPr>
          <a:lstStyle/>
          <a:p>
            <a:pPr marL="0" lvl="0" indent="0" rtl="0">
              <a:spcBef>
                <a:spcPts val="0"/>
              </a:spcBef>
              <a:spcAft>
                <a:spcPts val="0"/>
              </a:spcAft>
              <a:buNone/>
            </a:pPr>
            <a:r>
              <a:rPr lang="en" dirty="0"/>
              <a:t>Decentralized Applications – dApps </a:t>
            </a:r>
            <a:endParaRPr dirty="0"/>
          </a:p>
        </p:txBody>
      </p:sp>
      <p:sp>
        <p:nvSpPr>
          <p:cNvPr id="72" name="Google Shape;72;p16">
            <a:extLst>
              <a:ext uri="{FF2B5EF4-FFF2-40B4-BE49-F238E27FC236}">
                <a16:creationId xmlns:a16="http://schemas.microsoft.com/office/drawing/2014/main" id="{489741F8-D6C0-6CFE-C62F-58E3A2DDF2D8}"/>
              </a:ext>
            </a:extLst>
          </p:cNvPr>
          <p:cNvSpPr txBox="1">
            <a:spLocks noGrp="1"/>
          </p:cNvSpPr>
          <p:nvPr>
            <p:ph type="body" idx="1"/>
          </p:nvPr>
        </p:nvSpPr>
        <p:spPr>
          <a:xfrm>
            <a:off x="-101179" y="637324"/>
            <a:ext cx="6959179" cy="3881553"/>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300" dirty="0">
                <a:solidFill>
                  <a:schemeClr val="dk1"/>
                </a:solidFill>
              </a:rPr>
              <a:t>A </a:t>
            </a:r>
            <a:r>
              <a:rPr lang="en-US" sz="1300" dirty="0" err="1">
                <a:solidFill>
                  <a:schemeClr val="dk1"/>
                </a:solidFill>
              </a:rPr>
              <a:t>DApp</a:t>
            </a:r>
            <a:r>
              <a:rPr lang="en-US" sz="1300" dirty="0">
                <a:solidFill>
                  <a:schemeClr val="dk1"/>
                </a:solidFill>
              </a:rPr>
              <a:t> is an application whose backend logic runs on a decentralized blockchain network instead of centralized servers. The application still has a UI/Frontend like any normal web app, but the logic, storage, identity, and trust rely heavily on blockchain technology.</a:t>
            </a:r>
          </a:p>
          <a:p>
            <a:pPr lvl="0" indent="-317500">
              <a:buClr>
                <a:schemeClr val="dk1"/>
              </a:buClr>
              <a:buSzPts val="1400"/>
              <a:buChar char="-"/>
            </a:pPr>
            <a:r>
              <a:rPr lang="en-US" sz="1300" dirty="0">
                <a:solidFill>
                  <a:schemeClr val="dk1"/>
                </a:solidFill>
              </a:rPr>
              <a:t>The frontend is built normally using HTML/CSS and React elements. However the API endpoints that were previously used to interact with the backend change. The frontend can interact with the “backend smart contracts and blockchain” using APIs like web3.js. </a:t>
            </a:r>
            <a:r>
              <a:rPr lang="en-US" sz="1400" dirty="0">
                <a:hlinkClick r:id="rId3"/>
              </a:rPr>
              <a:t>WEB3 JS </a:t>
            </a:r>
            <a:r>
              <a:rPr lang="en-US" sz="1400" dirty="0" err="1">
                <a:hlinkClick r:id="rId3"/>
              </a:rPr>
              <a:t>Github</a:t>
            </a:r>
            <a:r>
              <a:rPr lang="en-US" sz="1400" dirty="0">
                <a:hlinkClick r:id="rId3"/>
              </a:rPr>
              <a:t> Link</a:t>
            </a:r>
            <a:endParaRPr lang="en-US" sz="1300" dirty="0">
              <a:solidFill>
                <a:schemeClr val="dk1"/>
              </a:solidFill>
            </a:endParaRPr>
          </a:p>
          <a:p>
            <a:pPr marL="457200" lvl="0" indent="-317500" algn="l" rtl="0">
              <a:spcBef>
                <a:spcPts val="0"/>
              </a:spcBef>
              <a:spcAft>
                <a:spcPts val="0"/>
              </a:spcAft>
              <a:buClr>
                <a:schemeClr val="dk1"/>
              </a:buClr>
              <a:buSzPts val="1400"/>
              <a:buChar char="-"/>
            </a:pPr>
            <a:r>
              <a:rPr lang="en-US" sz="1300" dirty="0">
                <a:solidFill>
                  <a:schemeClr val="dk1"/>
                </a:solidFill>
              </a:rPr>
              <a:t>Blockchains are expensive for storing large data, so </a:t>
            </a:r>
            <a:r>
              <a:rPr lang="en-US" sz="1300" dirty="0" err="1">
                <a:solidFill>
                  <a:schemeClr val="dk1"/>
                </a:solidFill>
              </a:rPr>
              <a:t>DApps</a:t>
            </a:r>
            <a:r>
              <a:rPr lang="en-US" sz="1300" dirty="0">
                <a:solidFill>
                  <a:schemeClr val="dk1"/>
                </a:solidFill>
              </a:rPr>
              <a:t> use decentralized alternatives like IPFS (</a:t>
            </a:r>
            <a:r>
              <a:rPr lang="en-US" sz="1300" dirty="0" err="1">
                <a:solidFill>
                  <a:schemeClr val="dk1"/>
                </a:solidFill>
              </a:rPr>
              <a:t>InterPlanetary</a:t>
            </a:r>
            <a:r>
              <a:rPr lang="en-US" sz="1300" dirty="0">
                <a:solidFill>
                  <a:schemeClr val="dk1"/>
                </a:solidFill>
              </a:rPr>
              <a:t> File System) for images, files, metadata</a:t>
            </a:r>
            <a:endParaRPr sz="1300" dirty="0">
              <a:solidFill>
                <a:schemeClr val="dk1"/>
              </a:solidFill>
            </a:endParaRPr>
          </a:p>
        </p:txBody>
      </p:sp>
      <p:pic>
        <p:nvPicPr>
          <p:cNvPr id="5" name="Picture 4" descr="A logo with orange and grey letters&#10;&#10;AI-generated content may be incorrect.">
            <a:extLst>
              <a:ext uri="{FF2B5EF4-FFF2-40B4-BE49-F238E27FC236}">
                <a16:creationId xmlns:a16="http://schemas.microsoft.com/office/drawing/2014/main" id="{F1803C7E-1270-3819-83E4-CA6727EC5978}"/>
              </a:ext>
            </a:extLst>
          </p:cNvPr>
          <p:cNvPicPr>
            <a:picLocks noChangeAspect="1"/>
          </p:cNvPicPr>
          <p:nvPr/>
        </p:nvPicPr>
        <p:blipFill>
          <a:blip r:embed="rId4"/>
          <a:stretch>
            <a:fillRect/>
          </a:stretch>
        </p:blipFill>
        <p:spPr>
          <a:xfrm>
            <a:off x="262792" y="3580956"/>
            <a:ext cx="1666329" cy="156254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4C506D9-3BEE-DF2B-962A-AB38F6CD5402}"/>
              </a:ext>
            </a:extLst>
          </p:cNvPr>
          <p:cNvPicPr>
            <a:picLocks noChangeAspect="1"/>
          </p:cNvPicPr>
          <p:nvPr/>
        </p:nvPicPr>
        <p:blipFill>
          <a:blip r:embed="rId5"/>
          <a:stretch>
            <a:fillRect/>
          </a:stretch>
        </p:blipFill>
        <p:spPr>
          <a:xfrm>
            <a:off x="1929121" y="3318335"/>
            <a:ext cx="5057473" cy="1825165"/>
          </a:xfrm>
          <a:prstGeom prst="rect">
            <a:avLst/>
          </a:prstGeom>
        </p:spPr>
      </p:pic>
      <p:sp>
        <p:nvSpPr>
          <p:cNvPr id="11" name="TextBox 10">
            <a:extLst>
              <a:ext uri="{FF2B5EF4-FFF2-40B4-BE49-F238E27FC236}">
                <a16:creationId xmlns:a16="http://schemas.microsoft.com/office/drawing/2014/main" id="{E860C4CA-5888-B749-0B61-D76E4511AA82}"/>
              </a:ext>
            </a:extLst>
          </p:cNvPr>
          <p:cNvSpPr txBox="1"/>
          <p:nvPr/>
        </p:nvSpPr>
        <p:spPr>
          <a:xfrm>
            <a:off x="6762614" y="472702"/>
            <a:ext cx="2381386" cy="2677656"/>
          </a:xfrm>
          <a:prstGeom prst="rect">
            <a:avLst/>
          </a:prstGeom>
          <a:noFill/>
        </p:spPr>
        <p:txBody>
          <a:bodyPr wrap="square">
            <a:spAutoFit/>
          </a:bodyPr>
          <a:lstStyle/>
          <a:p>
            <a:pPr>
              <a:buNone/>
            </a:pPr>
            <a:r>
              <a:rPr lang="en-US" sz="1200" b="1" dirty="0"/>
              <a:t>Frontend Example</a:t>
            </a:r>
          </a:p>
          <a:p>
            <a:pPr>
              <a:buNone/>
            </a:pPr>
            <a:r>
              <a:rPr lang="en-US" sz="1200" b="1" dirty="0"/>
              <a:t>Layout 1: Web3 Login Page</a:t>
            </a:r>
          </a:p>
          <a:p>
            <a:pPr>
              <a:buFont typeface="Arial" panose="020B0604020202020204" pitchFamily="34" charset="0"/>
              <a:buChar char="•"/>
            </a:pPr>
            <a:r>
              <a:rPr lang="en-US" sz="1200" dirty="0"/>
              <a:t>"Connect Wallet"</a:t>
            </a:r>
          </a:p>
          <a:p>
            <a:pPr>
              <a:buFont typeface="Arial" panose="020B0604020202020204" pitchFamily="34" charset="0"/>
              <a:buChar char="•"/>
            </a:pPr>
            <a:r>
              <a:rPr lang="en-US" sz="1200" dirty="0"/>
              <a:t>Display account address</a:t>
            </a:r>
          </a:p>
          <a:p>
            <a:pPr>
              <a:buFont typeface="Arial" panose="020B0604020202020204" pitchFamily="34" charset="0"/>
              <a:buChar char="•"/>
            </a:pPr>
            <a:r>
              <a:rPr lang="en-US" sz="1200" dirty="0"/>
              <a:t>Show token balances</a:t>
            </a:r>
          </a:p>
          <a:p>
            <a:pPr>
              <a:buNone/>
            </a:pPr>
            <a:r>
              <a:rPr lang="en-US" sz="1200" b="1" dirty="0"/>
              <a:t>Layout 2: Dashboard</a:t>
            </a:r>
          </a:p>
          <a:p>
            <a:pPr>
              <a:buFont typeface="Arial" panose="020B0604020202020204" pitchFamily="34" charset="0"/>
              <a:buChar char="•"/>
            </a:pPr>
            <a:r>
              <a:rPr lang="en-US" sz="1200" dirty="0"/>
              <a:t>Balances</a:t>
            </a:r>
          </a:p>
          <a:p>
            <a:pPr>
              <a:buFont typeface="Arial" panose="020B0604020202020204" pitchFamily="34" charset="0"/>
              <a:buChar char="•"/>
            </a:pPr>
            <a:r>
              <a:rPr lang="en-US" sz="1200" dirty="0"/>
              <a:t>Pending transactions</a:t>
            </a:r>
          </a:p>
          <a:p>
            <a:pPr>
              <a:buFont typeface="Arial" panose="020B0604020202020204" pitchFamily="34" charset="0"/>
              <a:buChar char="•"/>
            </a:pPr>
            <a:r>
              <a:rPr lang="en-US" sz="1200" dirty="0"/>
              <a:t>Smart contract functions UI</a:t>
            </a:r>
          </a:p>
          <a:p>
            <a:pPr>
              <a:buNone/>
            </a:pPr>
            <a:r>
              <a:rPr lang="en-US" sz="1200" b="1" dirty="0"/>
              <a:t>Layout 3: Interaction Panels</a:t>
            </a:r>
          </a:p>
          <a:p>
            <a:pPr>
              <a:buFont typeface="Arial" panose="020B0604020202020204" pitchFamily="34" charset="0"/>
              <a:buChar char="•"/>
            </a:pPr>
            <a:r>
              <a:rPr lang="en-US" sz="1200" dirty="0"/>
              <a:t>Forms for sending transactions</a:t>
            </a:r>
          </a:p>
          <a:p>
            <a:pPr>
              <a:buFont typeface="Arial" panose="020B0604020202020204" pitchFamily="34" charset="0"/>
              <a:buChar char="•"/>
            </a:pPr>
            <a:r>
              <a:rPr lang="en-US" sz="1200" dirty="0"/>
              <a:t>Buttons calling contract functions</a:t>
            </a:r>
          </a:p>
          <a:p>
            <a:pPr>
              <a:buFont typeface="Arial" panose="020B0604020202020204" pitchFamily="34" charset="0"/>
              <a:buChar char="•"/>
            </a:pPr>
            <a:r>
              <a:rPr lang="en-US" sz="1200" dirty="0"/>
              <a:t>Notifications for confirmations</a:t>
            </a:r>
          </a:p>
        </p:txBody>
      </p:sp>
    </p:spTree>
    <p:extLst>
      <p:ext uri="{BB962C8B-B14F-4D97-AF65-F5344CB8AC3E}">
        <p14:creationId xmlns:p14="http://schemas.microsoft.com/office/powerpoint/2010/main" val="147954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3EE8FB24-2F4C-6C76-DD90-030F39A3F6C9}"/>
            </a:ext>
          </a:extLst>
        </p:cNvPr>
        <p:cNvGrpSpPr/>
        <p:nvPr/>
      </p:nvGrpSpPr>
      <p:grpSpPr>
        <a:xfrm>
          <a:off x="0" y="0"/>
          <a:ext cx="0" cy="0"/>
          <a:chOff x="0" y="0"/>
          <a:chExt cx="0" cy="0"/>
        </a:xfrm>
      </p:grpSpPr>
      <p:sp>
        <p:nvSpPr>
          <p:cNvPr id="71" name="Google Shape;71;p16">
            <a:extLst>
              <a:ext uri="{FF2B5EF4-FFF2-40B4-BE49-F238E27FC236}">
                <a16:creationId xmlns:a16="http://schemas.microsoft.com/office/drawing/2014/main" id="{762B9863-5703-A104-1F23-82F5DD4E3E7F}"/>
              </a:ext>
            </a:extLst>
          </p:cNvPr>
          <p:cNvSpPr txBox="1">
            <a:spLocks noGrp="1"/>
          </p:cNvSpPr>
          <p:nvPr>
            <p:ph type="title"/>
          </p:nvPr>
        </p:nvSpPr>
        <p:spPr>
          <a:xfrm>
            <a:off x="262792" y="259737"/>
            <a:ext cx="7857337" cy="572700"/>
          </a:xfrm>
          <a:prstGeom prst="rect">
            <a:avLst/>
          </a:prstGeom>
        </p:spPr>
        <p:txBody>
          <a:bodyPr spcFirstLastPara="1" wrap="square" lIns="91425" tIns="91425" rIns="91425" bIns="91425" anchor="t" anchorCtr="0">
            <a:normAutofit fontScale="90000"/>
          </a:bodyPr>
          <a:lstStyle/>
          <a:p>
            <a:pPr marL="0" lvl="0" indent="0" rtl="0">
              <a:spcBef>
                <a:spcPts val="0"/>
              </a:spcBef>
              <a:spcAft>
                <a:spcPts val="0"/>
              </a:spcAft>
              <a:buNone/>
            </a:pPr>
            <a:r>
              <a:rPr lang="en" dirty="0"/>
              <a:t>Decentralized Applications – Examples</a:t>
            </a:r>
            <a:endParaRPr dirty="0"/>
          </a:p>
        </p:txBody>
      </p:sp>
      <p:sp>
        <p:nvSpPr>
          <p:cNvPr id="72" name="Google Shape;72;p16">
            <a:extLst>
              <a:ext uri="{FF2B5EF4-FFF2-40B4-BE49-F238E27FC236}">
                <a16:creationId xmlns:a16="http://schemas.microsoft.com/office/drawing/2014/main" id="{42A7DA55-F77D-2152-09EC-601A684E9A93}"/>
              </a:ext>
            </a:extLst>
          </p:cNvPr>
          <p:cNvSpPr txBox="1">
            <a:spLocks noGrp="1"/>
          </p:cNvSpPr>
          <p:nvPr>
            <p:ph type="body" idx="1"/>
          </p:nvPr>
        </p:nvSpPr>
        <p:spPr>
          <a:xfrm>
            <a:off x="-101179" y="637324"/>
            <a:ext cx="8626993" cy="3881553"/>
          </a:xfrm>
          <a:prstGeom prst="rect">
            <a:avLst/>
          </a:prstGeom>
        </p:spPr>
        <p:txBody>
          <a:bodyPr spcFirstLastPara="1" wrap="square" lIns="91425" tIns="91425" rIns="91425" bIns="91425" anchor="t" anchorCtr="0">
            <a:normAutofit/>
          </a:bodyPr>
          <a:lstStyle/>
          <a:p>
            <a:pPr lvl="0" indent="-317500">
              <a:buClr>
                <a:schemeClr val="dk1"/>
              </a:buClr>
              <a:buSzPts val="1400"/>
              <a:buChar char="-"/>
            </a:pPr>
            <a:r>
              <a:rPr lang="en-US" sz="1400" dirty="0">
                <a:hlinkClick r:id="rId3"/>
              </a:rPr>
              <a:t>10 Examples of Decentralized Applications (</a:t>
            </a:r>
            <a:r>
              <a:rPr lang="en-US" sz="1400" dirty="0" err="1">
                <a:hlinkClick r:id="rId3"/>
              </a:rPr>
              <a:t>dApps</a:t>
            </a:r>
            <a:r>
              <a:rPr lang="en-US" sz="1400" dirty="0">
                <a:hlinkClick r:id="rId3"/>
              </a:rPr>
              <a:t>) to Know in 2023 - Core Devs Ltd</a:t>
            </a:r>
            <a:r>
              <a:rPr lang="en-US" sz="1300" dirty="0">
                <a:solidFill>
                  <a:schemeClr val="dk1"/>
                </a:solidFill>
              </a:rPr>
              <a:t> You can check real applications that rely on the blockchain for operation from this link. </a:t>
            </a:r>
          </a:p>
          <a:p>
            <a:pPr lvl="0" indent="-317500">
              <a:buClr>
                <a:schemeClr val="dk1"/>
              </a:buClr>
              <a:buSzPts val="1400"/>
              <a:buChar char="-"/>
            </a:pPr>
            <a:r>
              <a:rPr lang="en-US" sz="1300" dirty="0">
                <a:solidFill>
                  <a:schemeClr val="dk1"/>
                </a:solidFill>
              </a:rPr>
              <a:t>What is common between Dapps is that they are:</a:t>
            </a:r>
          </a:p>
          <a:p>
            <a:pPr lvl="1">
              <a:buClr>
                <a:schemeClr val="dk1"/>
              </a:buClr>
              <a:buChar char="-"/>
            </a:pPr>
            <a:r>
              <a:rPr lang="en-US" sz="1300" dirty="0">
                <a:solidFill>
                  <a:schemeClr val="dk1"/>
                </a:solidFill>
              </a:rPr>
              <a:t>Open-source and autonomous</a:t>
            </a:r>
          </a:p>
          <a:p>
            <a:pPr lvl="1">
              <a:buClr>
                <a:schemeClr val="dk1"/>
              </a:buClr>
              <a:buChar char="-"/>
            </a:pPr>
            <a:r>
              <a:rPr lang="en-US" sz="1300" dirty="0">
                <a:solidFill>
                  <a:schemeClr val="dk1"/>
                </a:solidFill>
              </a:rPr>
              <a:t>Operate via smart contracts</a:t>
            </a:r>
          </a:p>
          <a:p>
            <a:pPr lvl="1">
              <a:buClr>
                <a:schemeClr val="dk1"/>
              </a:buClr>
              <a:buChar char="-"/>
            </a:pPr>
            <a:r>
              <a:rPr lang="en-US" sz="1300" dirty="0">
                <a:solidFill>
                  <a:schemeClr val="dk1"/>
                </a:solidFill>
              </a:rPr>
              <a:t>No single point of control or failure</a:t>
            </a:r>
          </a:p>
          <a:p>
            <a:pPr lvl="1">
              <a:buClr>
                <a:schemeClr val="dk1"/>
              </a:buClr>
              <a:buChar char="-"/>
            </a:pPr>
            <a:r>
              <a:rPr lang="en-US" sz="1300" dirty="0">
                <a:solidFill>
                  <a:schemeClr val="dk1"/>
                </a:solidFill>
              </a:rPr>
              <a:t>Users interact directly with the blockchain</a:t>
            </a:r>
          </a:p>
        </p:txBody>
      </p:sp>
      <p:pic>
        <p:nvPicPr>
          <p:cNvPr id="6" name="Picture 5" descr="A white rectangular box with black text&#10;&#10;AI-generated content may be incorrect.">
            <a:extLst>
              <a:ext uri="{FF2B5EF4-FFF2-40B4-BE49-F238E27FC236}">
                <a16:creationId xmlns:a16="http://schemas.microsoft.com/office/drawing/2014/main" id="{DE54509F-5B63-0DF2-2217-6F46A5FA6E59}"/>
              </a:ext>
            </a:extLst>
          </p:cNvPr>
          <p:cNvPicPr>
            <a:picLocks noChangeAspect="1"/>
          </p:cNvPicPr>
          <p:nvPr/>
        </p:nvPicPr>
        <p:blipFill>
          <a:blip r:embed="rId4"/>
          <a:stretch>
            <a:fillRect/>
          </a:stretch>
        </p:blipFill>
        <p:spPr>
          <a:xfrm>
            <a:off x="722655" y="2472741"/>
            <a:ext cx="3333935" cy="2657877"/>
          </a:xfrm>
          <a:prstGeom prst="rect">
            <a:avLst/>
          </a:prstGeom>
          <a:ln w="12700">
            <a:solidFill>
              <a:schemeClr val="tx1"/>
            </a:solidFill>
          </a:ln>
        </p:spPr>
      </p:pic>
      <p:pic>
        <p:nvPicPr>
          <p:cNvPr id="8" name="Picture 7" descr="A white background with black text&#10;&#10;AI-generated content may be incorrect.">
            <a:extLst>
              <a:ext uri="{FF2B5EF4-FFF2-40B4-BE49-F238E27FC236}">
                <a16:creationId xmlns:a16="http://schemas.microsoft.com/office/drawing/2014/main" id="{EB3A3011-ACF8-0A16-8E4B-D91001880B2E}"/>
              </a:ext>
            </a:extLst>
          </p:cNvPr>
          <p:cNvPicPr>
            <a:picLocks noChangeAspect="1"/>
          </p:cNvPicPr>
          <p:nvPr/>
        </p:nvPicPr>
        <p:blipFill>
          <a:blip r:embed="rId5"/>
          <a:stretch>
            <a:fillRect/>
          </a:stretch>
        </p:blipFill>
        <p:spPr>
          <a:xfrm>
            <a:off x="5597243" y="1651071"/>
            <a:ext cx="2617974" cy="3232692"/>
          </a:xfrm>
          <a:prstGeom prst="rect">
            <a:avLst/>
          </a:prstGeom>
        </p:spPr>
      </p:pic>
      <p:sp>
        <p:nvSpPr>
          <p:cNvPr id="13" name="Left Brace 12">
            <a:extLst>
              <a:ext uri="{FF2B5EF4-FFF2-40B4-BE49-F238E27FC236}">
                <a16:creationId xmlns:a16="http://schemas.microsoft.com/office/drawing/2014/main" id="{90673D15-89C5-A310-5D16-61E7F2AB4B58}"/>
              </a:ext>
            </a:extLst>
          </p:cNvPr>
          <p:cNvSpPr/>
          <p:nvPr/>
        </p:nvSpPr>
        <p:spPr>
          <a:xfrm>
            <a:off x="4992547" y="1663772"/>
            <a:ext cx="577850" cy="3232692"/>
          </a:xfrm>
          <a:prstGeom prst="leftBrace">
            <a:avLst>
              <a:gd name="adj1" fmla="val 8333"/>
              <a:gd name="adj2" fmla="val 65715"/>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C9FD2D79-1393-464E-80BB-F5ACEBAFCA12}"/>
              </a:ext>
            </a:extLst>
          </p:cNvPr>
          <p:cNvCxnSpPr>
            <a:cxnSpLocks/>
            <a:stCxn id="13" idx="1"/>
          </p:cNvCxnSpPr>
          <p:nvPr/>
        </p:nvCxnSpPr>
        <p:spPr>
          <a:xfrm flipH="1">
            <a:off x="3873500" y="3788136"/>
            <a:ext cx="1119047" cy="13543"/>
          </a:xfrm>
          <a:prstGeom prst="line">
            <a:avLst/>
          </a:prstGeom>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45200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Sockets and WebSockets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Sockets and WebSockets?</a:t>
            </a:r>
            <a:endParaRPr dirty="0"/>
          </a:p>
        </p:txBody>
      </p:sp>
      <p:sp>
        <p:nvSpPr>
          <p:cNvPr id="89" name="Google Shape;89;p19"/>
          <p:cNvSpPr txBox="1">
            <a:spLocks noGrp="1"/>
          </p:cNvSpPr>
          <p:nvPr>
            <p:ph type="body" idx="1"/>
          </p:nvPr>
        </p:nvSpPr>
        <p:spPr>
          <a:xfrm>
            <a:off x="311700" y="101772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400" dirty="0">
                <a:solidFill>
                  <a:schemeClr val="dk1"/>
                </a:solidFill>
              </a:rPr>
              <a:t>A socket is a low-level communication endpoint that lets two programs exchange data over a network.</a:t>
            </a:r>
          </a:p>
          <a:p>
            <a:pPr marL="457200" lvl="0" indent="-317500" algn="l" rtl="0">
              <a:spcBef>
                <a:spcPts val="0"/>
              </a:spcBef>
              <a:spcAft>
                <a:spcPts val="0"/>
              </a:spcAft>
              <a:buClr>
                <a:schemeClr val="dk1"/>
              </a:buClr>
              <a:buSzPts val="1400"/>
              <a:buChar char="-"/>
            </a:pPr>
            <a:r>
              <a:rPr lang="en-US" sz="1400" dirty="0">
                <a:solidFill>
                  <a:schemeClr val="dk1"/>
                </a:solidFill>
              </a:rPr>
              <a:t>Think of sockets as pipes connecting two machines. With both sides reading/writing bytes. Used in operating systems and programming languages (C, Java, Python, Node, etc.)</a:t>
            </a:r>
          </a:p>
          <a:p>
            <a:pPr marL="457200" lvl="0" indent="-317500" algn="l" rtl="0">
              <a:spcBef>
                <a:spcPts val="0"/>
              </a:spcBef>
              <a:spcAft>
                <a:spcPts val="0"/>
              </a:spcAft>
              <a:buClr>
                <a:schemeClr val="dk1"/>
              </a:buClr>
              <a:buSzPts val="1400"/>
              <a:buChar char="-"/>
            </a:pPr>
            <a:r>
              <a:rPr lang="en-US" sz="1400" dirty="0">
                <a:solidFill>
                  <a:schemeClr val="dk1"/>
                </a:solidFill>
              </a:rPr>
              <a:t>Classic sockets follow: TCP → reliable stream UDP → fast but unreliable </a:t>
            </a:r>
          </a:p>
          <a:p>
            <a:pPr marL="457200" lvl="0" indent="-317500" algn="l" rtl="0">
              <a:spcBef>
                <a:spcPts val="0"/>
              </a:spcBef>
              <a:spcAft>
                <a:spcPts val="0"/>
              </a:spcAft>
              <a:buClr>
                <a:schemeClr val="dk1"/>
              </a:buClr>
              <a:buSzPts val="1400"/>
              <a:buChar char="-"/>
            </a:pPr>
            <a:r>
              <a:rPr lang="en-US" sz="1400" dirty="0">
                <a:solidFill>
                  <a:schemeClr val="dk1"/>
                </a:solidFill>
              </a:rPr>
              <a:t>These sockets are not browser-friendly by default. A protocol that is based on TCP connection and browser friendly is WebSocket. </a:t>
            </a:r>
          </a:p>
          <a:p>
            <a:pPr marL="457200" lvl="0" indent="-317500" algn="l" rtl="0">
              <a:spcBef>
                <a:spcPts val="0"/>
              </a:spcBef>
              <a:spcAft>
                <a:spcPts val="0"/>
              </a:spcAft>
              <a:buClr>
                <a:schemeClr val="dk1"/>
              </a:buClr>
              <a:buSzPts val="1400"/>
              <a:buChar char="-"/>
            </a:pPr>
            <a:r>
              <a:rPr lang="en-US" sz="1400" dirty="0" err="1">
                <a:solidFill>
                  <a:schemeClr val="dk1"/>
                </a:solidFill>
              </a:rPr>
              <a:t>WebSockets</a:t>
            </a:r>
            <a:r>
              <a:rPr lang="en-US" sz="1400" dirty="0">
                <a:solidFill>
                  <a:schemeClr val="dk1"/>
                </a:solidFill>
              </a:rPr>
              <a:t> are a modern full-duplex communication protocol running over a single TCP connection. Why they matter? Because of real-time communication for browsers as both server and browser can send/receive at any time.</a:t>
            </a:r>
          </a:p>
          <a:p>
            <a:pPr marL="457200" lvl="0" indent="-317500" algn="l" rtl="0">
              <a:spcBef>
                <a:spcPts val="0"/>
              </a:spcBef>
              <a:spcAft>
                <a:spcPts val="0"/>
              </a:spcAft>
              <a:buClr>
                <a:schemeClr val="dk1"/>
              </a:buClr>
              <a:buSzPts val="1400"/>
              <a:buChar char="-"/>
            </a:pPr>
            <a:endParaRPr sz="1400" dirty="0">
              <a:solidFill>
                <a:schemeClr val="dk1"/>
              </a:solidFill>
            </a:endParaRPr>
          </a:p>
        </p:txBody>
      </p:sp>
      <p:pic>
        <p:nvPicPr>
          <p:cNvPr id="3" name="Picture 2" descr="A yellow sign with black text&#10;&#10;AI-generated content may be incorrect.">
            <a:extLst>
              <a:ext uri="{FF2B5EF4-FFF2-40B4-BE49-F238E27FC236}">
                <a16:creationId xmlns:a16="http://schemas.microsoft.com/office/drawing/2014/main" id="{2A49F86D-05E2-3F2A-4539-81568B4E6275}"/>
              </a:ext>
            </a:extLst>
          </p:cNvPr>
          <p:cNvPicPr>
            <a:picLocks noChangeAspect="1"/>
          </p:cNvPicPr>
          <p:nvPr/>
        </p:nvPicPr>
        <p:blipFill>
          <a:blip r:embed="rId3"/>
          <a:stretch>
            <a:fillRect/>
          </a:stretch>
        </p:blipFill>
        <p:spPr>
          <a:xfrm>
            <a:off x="4572000" y="3495516"/>
            <a:ext cx="2603679" cy="14201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323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WebSockets vs HTTP?</a:t>
            </a:r>
            <a:endParaRPr dirty="0"/>
          </a:p>
        </p:txBody>
      </p:sp>
      <p:pic>
        <p:nvPicPr>
          <p:cNvPr id="3" name="Picture 2" descr="A diagram of a connection&#10;&#10;AI-generated content may be incorrect.">
            <a:extLst>
              <a:ext uri="{FF2B5EF4-FFF2-40B4-BE49-F238E27FC236}">
                <a16:creationId xmlns:a16="http://schemas.microsoft.com/office/drawing/2014/main" id="{36694058-E425-4334-A5CC-ACA91A1E5274}"/>
              </a:ext>
            </a:extLst>
          </p:cNvPr>
          <p:cNvPicPr>
            <a:picLocks noChangeAspect="1"/>
          </p:cNvPicPr>
          <p:nvPr/>
        </p:nvPicPr>
        <p:blipFill>
          <a:blip r:embed="rId3"/>
          <a:srcRect l="11649" r="10703"/>
          <a:stretch>
            <a:fillRect/>
          </a:stretch>
        </p:blipFill>
        <p:spPr>
          <a:xfrm>
            <a:off x="563537" y="2394016"/>
            <a:ext cx="3558227" cy="274948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33F2762-0990-4632-33E7-E20F70206B08}"/>
              </a:ext>
            </a:extLst>
          </p:cNvPr>
          <p:cNvPicPr>
            <a:picLocks noChangeAspect="1"/>
          </p:cNvPicPr>
          <p:nvPr/>
        </p:nvPicPr>
        <p:blipFill>
          <a:blip r:embed="rId4"/>
          <a:stretch>
            <a:fillRect/>
          </a:stretch>
        </p:blipFill>
        <p:spPr>
          <a:xfrm>
            <a:off x="4829853" y="1148450"/>
            <a:ext cx="4208683" cy="3921617"/>
          </a:xfrm>
          <a:prstGeom prst="rect">
            <a:avLst/>
          </a:prstGeom>
        </p:spPr>
      </p:pic>
      <p:sp>
        <p:nvSpPr>
          <p:cNvPr id="96" name="Google Shape;96;p20"/>
          <p:cNvSpPr txBox="1">
            <a:spLocks noGrp="1"/>
          </p:cNvSpPr>
          <p:nvPr>
            <p:ph type="body" idx="1"/>
          </p:nvPr>
        </p:nvSpPr>
        <p:spPr>
          <a:xfrm>
            <a:off x="0" y="534767"/>
            <a:ext cx="4685303"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US" sz="1300" dirty="0" err="1">
                <a:solidFill>
                  <a:schemeClr val="dk1"/>
                </a:solidFill>
              </a:rPr>
              <a:t>WebSockets</a:t>
            </a:r>
            <a:r>
              <a:rPr lang="en-US" sz="1300" dirty="0">
                <a:solidFill>
                  <a:schemeClr val="dk1"/>
                </a:solidFill>
              </a:rPr>
              <a:t> allow both the client (such as a web browser) and the server to send and receive data at any time, without the need to repeatedly open new connections. The connection starts as a standard HTTP request, then is "upgraded" to a WebSocket connection through a handshake process. Once established, this connection remains open, supporting full-duplex (simultaneous two-way) communication.</a:t>
            </a:r>
            <a:endParaRPr sz="1300" dirty="0">
              <a:solidFill>
                <a:schemeClr val="dk1"/>
              </a:solidFill>
            </a:endParaRPr>
          </a:p>
        </p:txBody>
      </p:sp>
      <p:sp>
        <p:nvSpPr>
          <p:cNvPr id="6" name="TextBox 5">
            <a:extLst>
              <a:ext uri="{FF2B5EF4-FFF2-40B4-BE49-F238E27FC236}">
                <a16:creationId xmlns:a16="http://schemas.microsoft.com/office/drawing/2014/main" id="{4AC4FB9F-EF8B-7C8E-4F91-3DEDDFCFB658}"/>
              </a:ext>
            </a:extLst>
          </p:cNvPr>
          <p:cNvSpPr txBox="1"/>
          <p:nvPr/>
        </p:nvSpPr>
        <p:spPr>
          <a:xfrm>
            <a:off x="5490425" y="451929"/>
            <a:ext cx="2378567" cy="523220"/>
          </a:xfrm>
          <a:prstGeom prst="rect">
            <a:avLst/>
          </a:prstGeom>
          <a:noFill/>
        </p:spPr>
        <p:txBody>
          <a:bodyPr wrap="square" rtlCol="0">
            <a:spAutoFit/>
          </a:bodyPr>
          <a:lstStyle/>
          <a:p>
            <a:r>
              <a:rPr lang="en-US" dirty="0"/>
              <a:t>PS: </a:t>
            </a:r>
            <a:r>
              <a:rPr lang="en-US" dirty="0" err="1"/>
              <a:t>WebSockets</a:t>
            </a:r>
            <a:r>
              <a:rPr lang="en-US" dirty="0"/>
              <a:t> are more “Realtime” than HTTP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882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Sockets in Action using Node</a:t>
            </a:r>
            <a:endParaRPr dirty="0"/>
          </a:p>
        </p:txBody>
      </p:sp>
      <p:pic>
        <p:nvPicPr>
          <p:cNvPr id="9" name="Picture 8" descr="A screenshot of a computer code&#10;&#10;AI-generated content may be incorrect.">
            <a:extLst>
              <a:ext uri="{FF2B5EF4-FFF2-40B4-BE49-F238E27FC236}">
                <a16:creationId xmlns:a16="http://schemas.microsoft.com/office/drawing/2014/main" id="{CDFE149E-C963-276E-4DD0-8E3BB870DE35}"/>
              </a:ext>
            </a:extLst>
          </p:cNvPr>
          <p:cNvPicPr>
            <a:picLocks noChangeAspect="1"/>
          </p:cNvPicPr>
          <p:nvPr/>
        </p:nvPicPr>
        <p:blipFill>
          <a:blip r:embed="rId3"/>
          <a:stretch>
            <a:fillRect/>
          </a:stretch>
        </p:blipFill>
        <p:spPr>
          <a:xfrm>
            <a:off x="189332" y="572701"/>
            <a:ext cx="8591050" cy="45144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43D08926-9CB5-F5C9-D867-F9819658C93C}"/>
            </a:ext>
          </a:extLst>
        </p:cNvPr>
        <p:cNvGrpSpPr/>
        <p:nvPr/>
      </p:nvGrpSpPr>
      <p:grpSpPr>
        <a:xfrm>
          <a:off x="0" y="0"/>
          <a:ext cx="0" cy="0"/>
          <a:chOff x="0" y="0"/>
          <a:chExt cx="0" cy="0"/>
        </a:xfrm>
      </p:grpSpPr>
      <p:sp>
        <p:nvSpPr>
          <p:cNvPr id="101" name="Google Shape;101;p21">
            <a:extLst>
              <a:ext uri="{FF2B5EF4-FFF2-40B4-BE49-F238E27FC236}">
                <a16:creationId xmlns:a16="http://schemas.microsoft.com/office/drawing/2014/main" id="{3B3EA732-EBF5-1EA4-22E9-413761C44EA3}"/>
              </a:ext>
            </a:extLst>
          </p:cNvPr>
          <p:cNvSpPr txBox="1">
            <a:spLocks noGrp="1"/>
          </p:cNvSpPr>
          <p:nvPr>
            <p:ph type="title"/>
          </p:nvPr>
        </p:nvSpPr>
        <p:spPr>
          <a:xfrm>
            <a:off x="113120" y="208317"/>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Sockets in Action using Node</a:t>
            </a:r>
            <a:endParaRPr dirty="0"/>
          </a:p>
        </p:txBody>
      </p:sp>
      <p:sp>
        <p:nvSpPr>
          <p:cNvPr id="102" name="Google Shape;102;p21">
            <a:extLst>
              <a:ext uri="{FF2B5EF4-FFF2-40B4-BE49-F238E27FC236}">
                <a16:creationId xmlns:a16="http://schemas.microsoft.com/office/drawing/2014/main" id="{72479764-70AF-88C4-A1FA-7A95099700A0}"/>
              </a:ext>
            </a:extLst>
          </p:cNvPr>
          <p:cNvSpPr txBox="1">
            <a:spLocks noGrp="1"/>
          </p:cNvSpPr>
          <p:nvPr>
            <p:ph type="body" idx="1"/>
          </p:nvPr>
        </p:nvSpPr>
        <p:spPr>
          <a:xfrm>
            <a:off x="113120" y="781017"/>
            <a:ext cx="4405080" cy="653465"/>
          </a:xfrm>
          <a:prstGeom prst="rect">
            <a:avLst/>
          </a:prstGeom>
        </p:spPr>
        <p:txBody>
          <a:bodyPr spcFirstLastPara="1" wrap="square" lIns="91425" tIns="91425" rIns="91425" bIns="91425" anchor="t" anchorCtr="0">
            <a:normAutofit/>
          </a:bodyPr>
          <a:lstStyle/>
          <a:p>
            <a:pPr marL="457200" lvl="0" indent="-292100" algn="l" rtl="0">
              <a:spcBef>
                <a:spcPts val="0"/>
              </a:spcBef>
              <a:spcAft>
                <a:spcPts val="0"/>
              </a:spcAft>
              <a:buClr>
                <a:schemeClr val="dk1"/>
              </a:buClr>
              <a:buSzPts val="1000"/>
              <a:buChar char="-"/>
            </a:pPr>
            <a:r>
              <a:rPr lang="en-US" sz="1400" dirty="0">
                <a:solidFill>
                  <a:schemeClr val="dk1"/>
                </a:solidFill>
              </a:rPr>
              <a:t>Client connecting to server socket on port 5000</a:t>
            </a:r>
            <a:endParaRPr dirty="0">
              <a:solidFill>
                <a:schemeClr val="dk1"/>
              </a:solidFill>
            </a:endParaRPr>
          </a:p>
        </p:txBody>
      </p:sp>
      <p:pic>
        <p:nvPicPr>
          <p:cNvPr id="5" name="Picture 4" descr="A black background with white text&#10;&#10;AI-generated content may be incorrect.">
            <a:extLst>
              <a:ext uri="{FF2B5EF4-FFF2-40B4-BE49-F238E27FC236}">
                <a16:creationId xmlns:a16="http://schemas.microsoft.com/office/drawing/2014/main" id="{6073758B-529F-936F-2EC5-739177B822E1}"/>
              </a:ext>
            </a:extLst>
          </p:cNvPr>
          <p:cNvPicPr>
            <a:picLocks noChangeAspect="1"/>
          </p:cNvPicPr>
          <p:nvPr/>
        </p:nvPicPr>
        <p:blipFill>
          <a:blip r:embed="rId3"/>
          <a:stretch>
            <a:fillRect/>
          </a:stretch>
        </p:blipFill>
        <p:spPr>
          <a:xfrm>
            <a:off x="2537304" y="2548218"/>
            <a:ext cx="3530271" cy="1160801"/>
          </a:xfrm>
          <a:prstGeom prst="rect">
            <a:avLst/>
          </a:prstGeom>
        </p:spPr>
      </p:pic>
      <p:pic>
        <p:nvPicPr>
          <p:cNvPr id="7" name="Picture 6" descr="A close-up of a computer screen&#10;&#10;AI-generated content may be incorrect.">
            <a:extLst>
              <a:ext uri="{FF2B5EF4-FFF2-40B4-BE49-F238E27FC236}">
                <a16:creationId xmlns:a16="http://schemas.microsoft.com/office/drawing/2014/main" id="{4FC3CCA3-1AE6-2647-97E4-504618BA5378}"/>
              </a:ext>
            </a:extLst>
          </p:cNvPr>
          <p:cNvPicPr>
            <a:picLocks noChangeAspect="1"/>
          </p:cNvPicPr>
          <p:nvPr/>
        </p:nvPicPr>
        <p:blipFill>
          <a:blip r:embed="rId4"/>
          <a:stretch>
            <a:fillRect/>
          </a:stretch>
        </p:blipFill>
        <p:spPr>
          <a:xfrm>
            <a:off x="1630679" y="1260079"/>
            <a:ext cx="5682120" cy="1253008"/>
          </a:xfrm>
          <a:prstGeom prst="rect">
            <a:avLst/>
          </a:prstGeom>
        </p:spPr>
      </p:pic>
      <p:sp>
        <p:nvSpPr>
          <p:cNvPr id="2" name="Google Shape;102;p21">
            <a:extLst>
              <a:ext uri="{FF2B5EF4-FFF2-40B4-BE49-F238E27FC236}">
                <a16:creationId xmlns:a16="http://schemas.microsoft.com/office/drawing/2014/main" id="{E7981A8C-9F40-F10D-5A5B-700113DBEE8A}"/>
              </a:ext>
            </a:extLst>
          </p:cNvPr>
          <p:cNvSpPr txBox="1">
            <a:spLocks/>
          </p:cNvSpPr>
          <p:nvPr/>
        </p:nvSpPr>
        <p:spPr>
          <a:xfrm>
            <a:off x="219622" y="3883421"/>
            <a:ext cx="8597155" cy="65346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292100">
              <a:buClr>
                <a:schemeClr val="dk1"/>
              </a:buClr>
              <a:buSzPts val="1000"/>
              <a:buFont typeface="Arial"/>
              <a:buChar char="-"/>
            </a:pPr>
            <a:r>
              <a:rPr lang="en-US" sz="1400" dirty="0">
                <a:solidFill>
                  <a:schemeClr val="dk1"/>
                </a:solidFill>
              </a:rPr>
              <a:t>What do you think will happen if more than one “write” operation is made in the connected socket?</a:t>
            </a:r>
            <a:endParaRPr lang="en-US" dirty="0">
              <a:solidFill>
                <a:schemeClr val="dk1"/>
              </a:solidFill>
            </a:endParaRPr>
          </a:p>
        </p:txBody>
      </p:sp>
    </p:spTree>
    <p:extLst>
      <p:ext uri="{BB962C8B-B14F-4D97-AF65-F5344CB8AC3E}">
        <p14:creationId xmlns:p14="http://schemas.microsoft.com/office/powerpoint/2010/main" val="2499633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WebSockets in Action</a:t>
            </a:r>
            <a:endParaRPr dirty="0"/>
          </a:p>
        </p:txBody>
      </p:sp>
      <p:sp>
        <p:nvSpPr>
          <p:cNvPr id="108" name="Google Shape;108;p22"/>
          <p:cNvSpPr txBox="1">
            <a:spLocks noGrp="1"/>
          </p:cNvSpPr>
          <p:nvPr>
            <p:ph type="body" idx="1"/>
          </p:nvPr>
        </p:nvSpPr>
        <p:spPr>
          <a:xfrm>
            <a:off x="176471" y="952852"/>
            <a:ext cx="8520600" cy="3416400"/>
          </a:xfrm>
          <a:prstGeom prst="rect">
            <a:avLst/>
          </a:prstGeom>
        </p:spPr>
        <p:txBody>
          <a:bodyPr spcFirstLastPara="1" wrap="square" lIns="91425" tIns="91425" rIns="91425" bIns="91425" anchor="t" anchorCtr="0">
            <a:normAutofit/>
          </a:bodyPr>
          <a:lstStyle/>
          <a:p>
            <a:pPr lvl="0" indent="-292100">
              <a:buClr>
                <a:schemeClr val="dk1"/>
              </a:buClr>
              <a:buSzPts val="1000"/>
              <a:buChar char="-"/>
            </a:pPr>
            <a:r>
              <a:rPr lang="en-US" sz="1400" dirty="0" err="1">
                <a:solidFill>
                  <a:schemeClr val="dk1"/>
                </a:solidFill>
              </a:rPr>
              <a:t>WebSockets</a:t>
            </a:r>
            <a:r>
              <a:rPr lang="en-US" sz="1400" dirty="0">
                <a:solidFill>
                  <a:schemeClr val="dk1"/>
                </a:solidFill>
              </a:rPr>
              <a:t> allow real‑time bi‑directional communication. To use it in node, you need to install it similar to what we did before with express and mongoose using: </a:t>
            </a:r>
            <a:r>
              <a:rPr lang="en-US" sz="1400" dirty="0" err="1">
                <a:solidFill>
                  <a:srgbClr val="FF0000"/>
                </a:solidFill>
              </a:rPr>
              <a:t>npm</a:t>
            </a:r>
            <a:r>
              <a:rPr lang="en-US" sz="1400" dirty="0">
                <a:solidFill>
                  <a:srgbClr val="FF0000"/>
                </a:solidFill>
              </a:rPr>
              <a:t> install </a:t>
            </a:r>
            <a:r>
              <a:rPr lang="en-US" sz="1400" dirty="0" err="1">
                <a:solidFill>
                  <a:srgbClr val="FF0000"/>
                </a:solidFill>
              </a:rPr>
              <a:t>ws</a:t>
            </a:r>
            <a:endParaRPr lang="en-US" sz="1400" dirty="0">
              <a:solidFill>
                <a:srgbClr val="FF0000"/>
              </a:solidFill>
            </a:endParaRPr>
          </a:p>
          <a:p>
            <a:pPr marL="165100" lvl="0" indent="0">
              <a:buClr>
                <a:schemeClr val="dk1"/>
              </a:buClr>
              <a:buSzPts val="1000"/>
              <a:buNone/>
            </a:pPr>
            <a:endParaRPr lang="en-US" sz="1400" dirty="0">
              <a:solidFill>
                <a:srgbClr val="FF0000"/>
              </a:solidFill>
            </a:endParaRPr>
          </a:p>
        </p:txBody>
      </p:sp>
      <p:pic>
        <p:nvPicPr>
          <p:cNvPr id="3" name="Picture 2" descr="A computer screen shot of text&#10;&#10;AI-generated content may be incorrect.">
            <a:extLst>
              <a:ext uri="{FF2B5EF4-FFF2-40B4-BE49-F238E27FC236}">
                <a16:creationId xmlns:a16="http://schemas.microsoft.com/office/drawing/2014/main" id="{FA69707B-FCBE-F731-563F-242287B01708}"/>
              </a:ext>
            </a:extLst>
          </p:cNvPr>
          <p:cNvPicPr>
            <a:picLocks noChangeAspect="1"/>
          </p:cNvPicPr>
          <p:nvPr/>
        </p:nvPicPr>
        <p:blipFill>
          <a:blip r:embed="rId3"/>
          <a:stretch>
            <a:fillRect/>
          </a:stretch>
        </p:blipFill>
        <p:spPr>
          <a:xfrm>
            <a:off x="1212247" y="1706451"/>
            <a:ext cx="6449048" cy="328268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C7D68DD0-C4F8-8570-6584-57608B0E3628}"/>
            </a:ext>
          </a:extLst>
        </p:cNvPr>
        <p:cNvGrpSpPr/>
        <p:nvPr/>
      </p:nvGrpSpPr>
      <p:grpSpPr>
        <a:xfrm>
          <a:off x="0" y="0"/>
          <a:ext cx="0" cy="0"/>
          <a:chOff x="0" y="0"/>
          <a:chExt cx="0" cy="0"/>
        </a:xfrm>
      </p:grpSpPr>
      <p:sp>
        <p:nvSpPr>
          <p:cNvPr id="107" name="Google Shape;107;p22">
            <a:extLst>
              <a:ext uri="{FF2B5EF4-FFF2-40B4-BE49-F238E27FC236}">
                <a16:creationId xmlns:a16="http://schemas.microsoft.com/office/drawing/2014/main" id="{17FA3C64-E5E5-67F0-B8F1-326B6AACF33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WebSockets in Action</a:t>
            </a:r>
            <a:endParaRPr dirty="0"/>
          </a:p>
        </p:txBody>
      </p:sp>
      <p:sp>
        <p:nvSpPr>
          <p:cNvPr id="108" name="Google Shape;108;p22">
            <a:extLst>
              <a:ext uri="{FF2B5EF4-FFF2-40B4-BE49-F238E27FC236}">
                <a16:creationId xmlns:a16="http://schemas.microsoft.com/office/drawing/2014/main" id="{4FEF9453-E9F8-860E-3F86-525B44149232}"/>
              </a:ext>
            </a:extLst>
          </p:cNvPr>
          <p:cNvSpPr txBox="1">
            <a:spLocks noGrp="1"/>
          </p:cNvSpPr>
          <p:nvPr>
            <p:ph type="body" idx="1"/>
          </p:nvPr>
        </p:nvSpPr>
        <p:spPr>
          <a:xfrm>
            <a:off x="176471" y="952852"/>
            <a:ext cx="8520600" cy="3416400"/>
          </a:xfrm>
          <a:prstGeom prst="rect">
            <a:avLst/>
          </a:prstGeom>
        </p:spPr>
        <p:txBody>
          <a:bodyPr spcFirstLastPara="1" wrap="square" lIns="91425" tIns="91425" rIns="91425" bIns="91425" anchor="t" anchorCtr="0">
            <a:normAutofit/>
          </a:bodyPr>
          <a:lstStyle/>
          <a:p>
            <a:pPr lvl="0" indent="-292100">
              <a:buClr>
                <a:schemeClr val="dk1"/>
              </a:buClr>
              <a:buSzPts val="1000"/>
              <a:buChar char="-"/>
            </a:pPr>
            <a:r>
              <a:rPr lang="en-US" sz="1400" dirty="0" err="1">
                <a:solidFill>
                  <a:schemeClr val="dk1"/>
                </a:solidFill>
              </a:rPr>
              <a:t>WebSockets</a:t>
            </a:r>
            <a:r>
              <a:rPr lang="en-US" sz="1400" dirty="0">
                <a:solidFill>
                  <a:schemeClr val="dk1"/>
                </a:solidFill>
              </a:rPr>
              <a:t> allow us to test now using the web browser as the client. (Most real scenarios of frontend communicating with the backend will be made through the web browser)</a:t>
            </a:r>
          </a:p>
          <a:p>
            <a:pPr lvl="0" indent="-292100">
              <a:buClr>
                <a:schemeClr val="dk1"/>
              </a:buClr>
              <a:buSzPts val="1000"/>
              <a:buChar char="-"/>
            </a:pPr>
            <a:endParaRPr lang="en-US" sz="1400" dirty="0">
              <a:solidFill>
                <a:srgbClr val="FF0000"/>
              </a:solidFill>
            </a:endParaRPr>
          </a:p>
          <a:p>
            <a:pPr marL="165100" lvl="0" indent="0">
              <a:buClr>
                <a:schemeClr val="dk1"/>
              </a:buClr>
              <a:buSzPts val="1000"/>
              <a:buNone/>
            </a:pPr>
            <a:endParaRPr lang="en-US" sz="1400" dirty="0">
              <a:solidFill>
                <a:srgbClr val="FF0000"/>
              </a:solidFill>
            </a:endParaRPr>
          </a:p>
        </p:txBody>
      </p:sp>
      <p:pic>
        <p:nvPicPr>
          <p:cNvPr id="4" name="Picture 3" descr="A screenshot of a computer&#10;&#10;AI-generated content may be incorrect.">
            <a:extLst>
              <a:ext uri="{FF2B5EF4-FFF2-40B4-BE49-F238E27FC236}">
                <a16:creationId xmlns:a16="http://schemas.microsoft.com/office/drawing/2014/main" id="{45196662-D80F-1D11-46E3-86C80DB5437B}"/>
              </a:ext>
            </a:extLst>
          </p:cNvPr>
          <p:cNvPicPr>
            <a:picLocks noChangeAspect="1"/>
          </p:cNvPicPr>
          <p:nvPr/>
        </p:nvPicPr>
        <p:blipFill>
          <a:blip r:embed="rId3"/>
          <a:stretch>
            <a:fillRect/>
          </a:stretch>
        </p:blipFill>
        <p:spPr>
          <a:xfrm>
            <a:off x="5444622" y="1669623"/>
            <a:ext cx="3522907" cy="3416400"/>
          </a:xfrm>
          <a:prstGeom prst="rect">
            <a:avLst/>
          </a:prstGeom>
        </p:spPr>
      </p:pic>
      <p:pic>
        <p:nvPicPr>
          <p:cNvPr id="6" name="Picture 5" descr="A screen shot of a computer code&#10;&#10;AI-generated content may be incorrect.">
            <a:extLst>
              <a:ext uri="{FF2B5EF4-FFF2-40B4-BE49-F238E27FC236}">
                <a16:creationId xmlns:a16="http://schemas.microsoft.com/office/drawing/2014/main" id="{398D5A20-6BA5-032A-CFB0-B42114EF8D41}"/>
              </a:ext>
            </a:extLst>
          </p:cNvPr>
          <p:cNvPicPr>
            <a:picLocks noChangeAspect="1"/>
          </p:cNvPicPr>
          <p:nvPr/>
        </p:nvPicPr>
        <p:blipFill>
          <a:blip r:embed="rId4"/>
          <a:stretch>
            <a:fillRect/>
          </a:stretch>
        </p:blipFill>
        <p:spPr>
          <a:xfrm>
            <a:off x="274712" y="1767927"/>
            <a:ext cx="5071670" cy="1786249"/>
          </a:xfrm>
          <a:prstGeom prst="rect">
            <a:avLst/>
          </a:prstGeom>
        </p:spPr>
      </p:pic>
    </p:spTree>
    <p:extLst>
      <p:ext uri="{BB962C8B-B14F-4D97-AF65-F5344CB8AC3E}">
        <p14:creationId xmlns:p14="http://schemas.microsoft.com/office/powerpoint/2010/main" val="2688405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WebSockets Lifecycle</a:t>
            </a:r>
            <a:endParaRPr dirty="0"/>
          </a:p>
        </p:txBody>
      </p:sp>
      <p:sp>
        <p:nvSpPr>
          <p:cNvPr id="244" name="Google Shape;244;p43"/>
          <p:cNvSpPr txBox="1">
            <a:spLocks noGrp="1"/>
          </p:cNvSpPr>
          <p:nvPr>
            <p:ph type="body" idx="1"/>
          </p:nvPr>
        </p:nvSpPr>
        <p:spPr>
          <a:xfrm>
            <a:off x="0" y="1088081"/>
            <a:ext cx="8559300" cy="3858000"/>
          </a:xfrm>
          <a:prstGeom prst="rect">
            <a:avLst/>
          </a:prstGeom>
        </p:spPr>
        <p:txBody>
          <a:bodyPr spcFirstLastPara="1" wrap="square" lIns="91425" tIns="91425" rIns="91425" bIns="91425" anchor="t" anchorCtr="0">
            <a:normAutofit/>
          </a:bodyPr>
          <a:lstStyle/>
          <a:p>
            <a:pPr lvl="0" indent="-317500">
              <a:buClr>
                <a:schemeClr val="dk1"/>
              </a:buClr>
              <a:buSzPts val="1400"/>
              <a:buChar char="-"/>
            </a:pPr>
            <a:r>
              <a:rPr lang="en-US" sz="1400" dirty="0">
                <a:solidFill>
                  <a:schemeClr val="dk1"/>
                </a:solidFill>
              </a:rPr>
              <a:t>Any </a:t>
            </a:r>
            <a:r>
              <a:rPr lang="en-US" sz="1400" dirty="0" err="1">
                <a:solidFill>
                  <a:schemeClr val="dk1"/>
                </a:solidFill>
              </a:rPr>
              <a:t>websocket</a:t>
            </a:r>
            <a:r>
              <a:rPr lang="en-US" sz="1400" dirty="0">
                <a:solidFill>
                  <a:schemeClr val="dk1"/>
                </a:solidFill>
              </a:rPr>
              <a:t> should be handled in each stage of its lifecycle including 4 main operations CONNECT → OPEN → (SEND/RECEIVE) → CLOSE</a:t>
            </a:r>
          </a:p>
          <a:p>
            <a:pPr lvl="0" indent="-317500">
              <a:buClr>
                <a:schemeClr val="dk1"/>
              </a:buClr>
              <a:buSzPts val="1400"/>
              <a:buChar char="-"/>
            </a:pPr>
            <a:r>
              <a:rPr lang="en" sz="1400" dirty="0">
                <a:solidFill>
                  <a:schemeClr val="dk1"/>
                </a:solidFill>
              </a:rPr>
              <a:t>Your server is now running and you can access it through the web browser</a:t>
            </a:r>
          </a:p>
          <a:p>
            <a:pPr lvl="0" indent="-317500">
              <a:buClr>
                <a:schemeClr val="dk1"/>
              </a:buClr>
              <a:buSzPts val="1400"/>
              <a:buChar char="-"/>
            </a:pPr>
            <a:r>
              <a:rPr lang="en-US" sz="1400" dirty="0">
                <a:solidFill>
                  <a:schemeClr val="dk1"/>
                </a:solidFill>
              </a:rPr>
              <a:t>The browser WebSocket API gives you four main events:</a:t>
            </a:r>
          </a:p>
          <a:p>
            <a:pPr marL="596900" lvl="1" indent="0">
              <a:buClr>
                <a:schemeClr val="dk1"/>
              </a:buClr>
              <a:buNone/>
            </a:pPr>
            <a:r>
              <a:rPr lang="en-US" sz="1300" dirty="0">
                <a:solidFill>
                  <a:schemeClr val="dk1"/>
                </a:solidFill>
              </a:rPr>
              <a:t>✔ </a:t>
            </a:r>
            <a:r>
              <a:rPr lang="en-US" sz="1300" b="1" dirty="0" err="1">
                <a:solidFill>
                  <a:schemeClr val="dk1"/>
                </a:solidFill>
              </a:rPr>
              <a:t>onopen</a:t>
            </a:r>
            <a:r>
              <a:rPr lang="en-US" sz="1300" b="1" dirty="0">
                <a:solidFill>
                  <a:schemeClr val="dk1"/>
                </a:solidFill>
              </a:rPr>
              <a:t> </a:t>
            </a:r>
            <a:r>
              <a:rPr lang="en-US" sz="1300" dirty="0">
                <a:solidFill>
                  <a:schemeClr val="dk1"/>
                </a:solidFill>
              </a:rPr>
              <a:t>Called when the connection is established.</a:t>
            </a:r>
          </a:p>
          <a:p>
            <a:pPr marL="596900" lvl="1" indent="0">
              <a:buClr>
                <a:schemeClr val="dk1"/>
              </a:buClr>
              <a:buNone/>
            </a:pPr>
            <a:r>
              <a:rPr lang="en-US" sz="1300" dirty="0">
                <a:solidFill>
                  <a:schemeClr val="dk1"/>
                </a:solidFill>
              </a:rPr>
              <a:t>✔ </a:t>
            </a:r>
            <a:r>
              <a:rPr lang="en-US" sz="1300" b="1" dirty="0" err="1">
                <a:solidFill>
                  <a:schemeClr val="dk1"/>
                </a:solidFill>
              </a:rPr>
              <a:t>onmessage</a:t>
            </a:r>
            <a:r>
              <a:rPr lang="en-US" sz="1300" dirty="0">
                <a:solidFill>
                  <a:schemeClr val="dk1"/>
                </a:solidFill>
              </a:rPr>
              <a:t> Called when the server sends data.</a:t>
            </a:r>
          </a:p>
          <a:p>
            <a:pPr marL="596900" lvl="1" indent="0">
              <a:buClr>
                <a:schemeClr val="dk1"/>
              </a:buClr>
              <a:buNone/>
            </a:pPr>
            <a:r>
              <a:rPr lang="en-US" sz="1300" dirty="0">
                <a:solidFill>
                  <a:schemeClr val="dk1"/>
                </a:solidFill>
              </a:rPr>
              <a:t>✔ </a:t>
            </a:r>
            <a:r>
              <a:rPr lang="en-US" sz="1300" b="1" dirty="0" err="1">
                <a:solidFill>
                  <a:schemeClr val="dk1"/>
                </a:solidFill>
              </a:rPr>
              <a:t>onclose</a:t>
            </a:r>
            <a:r>
              <a:rPr lang="en-US" sz="1300" dirty="0">
                <a:solidFill>
                  <a:schemeClr val="dk1"/>
                </a:solidFill>
              </a:rPr>
              <a:t> Called when the connection is closed.</a:t>
            </a:r>
          </a:p>
          <a:p>
            <a:pPr marL="596900" lvl="1" indent="0">
              <a:buClr>
                <a:schemeClr val="dk1"/>
              </a:buClr>
              <a:buNone/>
            </a:pPr>
            <a:r>
              <a:rPr lang="en-US" sz="1300" dirty="0">
                <a:solidFill>
                  <a:schemeClr val="dk1"/>
                </a:solidFill>
              </a:rPr>
              <a:t>✔ </a:t>
            </a:r>
            <a:r>
              <a:rPr lang="en-US" sz="1300" b="1" dirty="0" err="1">
                <a:solidFill>
                  <a:schemeClr val="dk1"/>
                </a:solidFill>
              </a:rPr>
              <a:t>onerror</a:t>
            </a:r>
            <a:r>
              <a:rPr lang="en-US" sz="1300" dirty="0">
                <a:solidFill>
                  <a:schemeClr val="dk1"/>
                </a:solidFill>
              </a:rPr>
              <a:t> Called when something goes wrong.</a:t>
            </a:r>
          </a:p>
          <a:p>
            <a:pPr marL="596900" lvl="1" indent="0">
              <a:buClr>
                <a:schemeClr val="dk1"/>
              </a:buClr>
              <a:buNone/>
            </a:pPr>
            <a:endParaRPr lang="en-US" sz="1300" dirty="0">
              <a:solidFill>
                <a:schemeClr val="dk1"/>
              </a:solidFill>
            </a:endParaRPr>
          </a:p>
          <a:p>
            <a:pPr marL="139700" indent="0">
              <a:buClr>
                <a:schemeClr val="dk1"/>
              </a:buClr>
              <a:buNone/>
            </a:pPr>
            <a:r>
              <a:rPr lang="en-US" sz="1300" dirty="0">
                <a:solidFill>
                  <a:schemeClr val="dk1"/>
                </a:solidFill>
              </a:rPr>
              <a:t>Another important feature in sockets and web sockets is </a:t>
            </a:r>
          </a:p>
          <a:p>
            <a:pPr marL="139700" indent="0">
              <a:buClr>
                <a:schemeClr val="dk1"/>
              </a:buClr>
              <a:buNone/>
            </a:pPr>
            <a:r>
              <a:rPr lang="en-US" sz="1300" dirty="0">
                <a:solidFill>
                  <a:schemeClr val="dk1"/>
                </a:solidFill>
              </a:rPr>
              <a:t>that multiple clients can be connected to the server on the</a:t>
            </a:r>
          </a:p>
          <a:p>
            <a:pPr marL="139700" indent="0">
              <a:buClr>
                <a:schemeClr val="dk1"/>
              </a:buClr>
              <a:buNone/>
            </a:pPr>
            <a:r>
              <a:rPr lang="en-US" sz="1300" dirty="0">
                <a:solidFill>
                  <a:schemeClr val="dk1"/>
                </a:solidFill>
              </a:rPr>
              <a:t> same socket</a:t>
            </a:r>
            <a:r>
              <a:rPr lang="en-US" sz="1700" dirty="0">
                <a:solidFill>
                  <a:schemeClr val="dk1"/>
                </a:solidFill>
              </a:rPr>
              <a:t>.</a:t>
            </a:r>
          </a:p>
        </p:txBody>
      </p:sp>
      <p:pic>
        <p:nvPicPr>
          <p:cNvPr id="5" name="Picture 4">
            <a:extLst>
              <a:ext uri="{FF2B5EF4-FFF2-40B4-BE49-F238E27FC236}">
                <a16:creationId xmlns:a16="http://schemas.microsoft.com/office/drawing/2014/main" id="{B0A2F425-E30B-01E4-A8F4-6D853E9AE95C}"/>
              </a:ext>
            </a:extLst>
          </p:cNvPr>
          <p:cNvPicPr>
            <a:picLocks noChangeAspect="1"/>
          </p:cNvPicPr>
          <p:nvPr/>
        </p:nvPicPr>
        <p:blipFill>
          <a:blip r:embed="rId3"/>
          <a:stretch>
            <a:fillRect/>
          </a:stretch>
        </p:blipFill>
        <p:spPr>
          <a:xfrm>
            <a:off x="4694647" y="2298878"/>
            <a:ext cx="4310795" cy="24775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50E65AEB-966F-038D-2FDF-75086D8F776C}"/>
            </a:ext>
          </a:extLst>
        </p:cNvPr>
        <p:cNvGrpSpPr/>
        <p:nvPr/>
      </p:nvGrpSpPr>
      <p:grpSpPr>
        <a:xfrm>
          <a:off x="0" y="0"/>
          <a:ext cx="0" cy="0"/>
          <a:chOff x="0" y="0"/>
          <a:chExt cx="0" cy="0"/>
        </a:xfrm>
      </p:grpSpPr>
      <p:sp>
        <p:nvSpPr>
          <p:cNvPr id="243" name="Google Shape;243;p43">
            <a:extLst>
              <a:ext uri="{FF2B5EF4-FFF2-40B4-BE49-F238E27FC236}">
                <a16:creationId xmlns:a16="http://schemas.microsoft.com/office/drawing/2014/main" id="{8151B130-552E-DF1E-148A-417FE5DFE769}"/>
              </a:ext>
            </a:extLst>
          </p:cNvPr>
          <p:cNvSpPr txBox="1">
            <a:spLocks noGrp="1"/>
          </p:cNvSpPr>
          <p:nvPr>
            <p:ph type="title"/>
          </p:nvPr>
        </p:nvSpPr>
        <p:spPr>
          <a:xfrm>
            <a:off x="311700" y="20879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WebSockets Lifecycle</a:t>
            </a:r>
            <a:endParaRPr dirty="0"/>
          </a:p>
        </p:txBody>
      </p:sp>
      <p:sp>
        <p:nvSpPr>
          <p:cNvPr id="244" name="Google Shape;244;p43">
            <a:extLst>
              <a:ext uri="{FF2B5EF4-FFF2-40B4-BE49-F238E27FC236}">
                <a16:creationId xmlns:a16="http://schemas.microsoft.com/office/drawing/2014/main" id="{2F608AFF-96C0-536B-36A3-4E3D9E1CE314}"/>
              </a:ext>
            </a:extLst>
          </p:cNvPr>
          <p:cNvSpPr txBox="1">
            <a:spLocks noGrp="1"/>
          </p:cNvSpPr>
          <p:nvPr>
            <p:ph type="body" idx="1"/>
          </p:nvPr>
        </p:nvSpPr>
        <p:spPr>
          <a:xfrm>
            <a:off x="4211390" y="152600"/>
            <a:ext cx="1249251" cy="444505"/>
          </a:xfrm>
          <a:prstGeom prst="rect">
            <a:avLst/>
          </a:prstGeom>
        </p:spPr>
        <p:txBody>
          <a:bodyPr spcFirstLastPara="1" wrap="square" lIns="91425" tIns="91425" rIns="91425" bIns="91425" anchor="t" anchorCtr="0">
            <a:normAutofit/>
          </a:bodyPr>
          <a:lstStyle/>
          <a:p>
            <a:pPr lvl="0" indent="-317500">
              <a:buClr>
                <a:schemeClr val="dk1"/>
              </a:buClr>
              <a:buSzPts val="1400"/>
              <a:buChar char="-"/>
            </a:pPr>
            <a:r>
              <a:rPr lang="en-US" sz="1400" dirty="0">
                <a:solidFill>
                  <a:schemeClr val="dk1"/>
                </a:solidFill>
              </a:rPr>
              <a:t>Client</a:t>
            </a:r>
            <a:endParaRPr lang="en-US" sz="1700" dirty="0">
              <a:solidFill>
                <a:schemeClr val="dk1"/>
              </a:solidFill>
            </a:endParaRPr>
          </a:p>
        </p:txBody>
      </p:sp>
      <p:sp>
        <p:nvSpPr>
          <p:cNvPr id="2" name="Google Shape;244;p43">
            <a:extLst>
              <a:ext uri="{FF2B5EF4-FFF2-40B4-BE49-F238E27FC236}">
                <a16:creationId xmlns:a16="http://schemas.microsoft.com/office/drawing/2014/main" id="{9972FC51-E074-E29D-66D8-0053CC48B982}"/>
              </a:ext>
            </a:extLst>
          </p:cNvPr>
          <p:cNvSpPr txBox="1">
            <a:spLocks/>
          </p:cNvSpPr>
          <p:nvPr/>
        </p:nvSpPr>
        <p:spPr>
          <a:xfrm>
            <a:off x="2391639" y="609353"/>
            <a:ext cx="1249251" cy="4445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Server</a:t>
            </a:r>
            <a:endParaRPr lang="en-US" sz="1700" dirty="0">
              <a:solidFill>
                <a:schemeClr val="dk1"/>
              </a:solidFill>
            </a:endParaRPr>
          </a:p>
        </p:txBody>
      </p:sp>
      <p:pic>
        <p:nvPicPr>
          <p:cNvPr id="4" name="Picture 3" descr="A screenshot of a computer program&#10;&#10;AI-generated content may be incorrect.">
            <a:extLst>
              <a:ext uri="{FF2B5EF4-FFF2-40B4-BE49-F238E27FC236}">
                <a16:creationId xmlns:a16="http://schemas.microsoft.com/office/drawing/2014/main" id="{38824A0E-85FF-5EC0-C394-AD6A4B9FEC7B}"/>
              </a:ext>
            </a:extLst>
          </p:cNvPr>
          <p:cNvPicPr>
            <a:picLocks noChangeAspect="1"/>
          </p:cNvPicPr>
          <p:nvPr/>
        </p:nvPicPr>
        <p:blipFill>
          <a:blip r:embed="rId3"/>
          <a:stretch>
            <a:fillRect/>
          </a:stretch>
        </p:blipFill>
        <p:spPr>
          <a:xfrm>
            <a:off x="5266396" y="152600"/>
            <a:ext cx="3877604" cy="4990900"/>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E45E8AFD-D311-04CC-326D-5BA7A487CB98}"/>
              </a:ext>
            </a:extLst>
          </p:cNvPr>
          <p:cNvPicPr>
            <a:picLocks noChangeAspect="1"/>
          </p:cNvPicPr>
          <p:nvPr/>
        </p:nvPicPr>
        <p:blipFill>
          <a:blip r:embed="rId4"/>
          <a:stretch>
            <a:fillRect/>
          </a:stretch>
        </p:blipFill>
        <p:spPr>
          <a:xfrm>
            <a:off x="1264296" y="945817"/>
            <a:ext cx="3877604" cy="2707130"/>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EA5B6F9C-F5A1-9F80-39B6-93B343DB0A28}"/>
              </a:ext>
            </a:extLst>
          </p:cNvPr>
          <p:cNvPicPr>
            <a:picLocks noChangeAspect="1"/>
          </p:cNvPicPr>
          <p:nvPr/>
        </p:nvPicPr>
        <p:blipFill>
          <a:blip r:embed="rId5"/>
          <a:stretch>
            <a:fillRect/>
          </a:stretch>
        </p:blipFill>
        <p:spPr>
          <a:xfrm>
            <a:off x="1408091" y="3925315"/>
            <a:ext cx="3609312" cy="1190055"/>
          </a:xfrm>
          <a:prstGeom prst="rect">
            <a:avLst/>
          </a:prstGeom>
        </p:spPr>
      </p:pic>
      <p:sp>
        <p:nvSpPr>
          <p:cNvPr id="9" name="Google Shape;244;p43">
            <a:extLst>
              <a:ext uri="{FF2B5EF4-FFF2-40B4-BE49-F238E27FC236}">
                <a16:creationId xmlns:a16="http://schemas.microsoft.com/office/drawing/2014/main" id="{D750EC70-0806-58A6-4A66-78B370118FB5}"/>
              </a:ext>
            </a:extLst>
          </p:cNvPr>
          <p:cNvSpPr txBox="1">
            <a:spLocks/>
          </p:cNvSpPr>
          <p:nvPr/>
        </p:nvSpPr>
        <p:spPr>
          <a:xfrm>
            <a:off x="231819" y="4056846"/>
            <a:ext cx="1408091" cy="877864"/>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Send to multiple clients</a:t>
            </a:r>
            <a:endParaRPr lang="en-US" sz="1700" dirty="0">
              <a:solidFill>
                <a:schemeClr val="dk1"/>
              </a:solidFill>
            </a:endParaRPr>
          </a:p>
        </p:txBody>
      </p:sp>
    </p:spTree>
    <p:extLst>
      <p:ext uri="{BB962C8B-B14F-4D97-AF65-F5344CB8AC3E}">
        <p14:creationId xmlns:p14="http://schemas.microsoft.com/office/powerpoint/2010/main" val="55129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5AB2A115-0343-2252-EA7D-3069943A0036}"/>
            </a:ext>
          </a:extLst>
        </p:cNvPr>
        <p:cNvGrpSpPr/>
        <p:nvPr/>
      </p:nvGrpSpPr>
      <p:grpSpPr>
        <a:xfrm>
          <a:off x="0" y="0"/>
          <a:ext cx="0" cy="0"/>
          <a:chOff x="0" y="0"/>
          <a:chExt cx="0" cy="0"/>
        </a:xfrm>
      </p:grpSpPr>
      <p:sp>
        <p:nvSpPr>
          <p:cNvPr id="243" name="Google Shape;243;p43">
            <a:extLst>
              <a:ext uri="{FF2B5EF4-FFF2-40B4-BE49-F238E27FC236}">
                <a16:creationId xmlns:a16="http://schemas.microsoft.com/office/drawing/2014/main" id="{D1921355-A04B-4EF4-DDD6-E65A6868E85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Sending and Receiving JSON</a:t>
            </a:r>
            <a:endParaRPr dirty="0"/>
          </a:p>
        </p:txBody>
      </p:sp>
      <p:pic>
        <p:nvPicPr>
          <p:cNvPr id="6" name="Picture 5" descr="A screenshot of a computer&#10;&#10;AI-generated content may be incorrect.">
            <a:extLst>
              <a:ext uri="{FF2B5EF4-FFF2-40B4-BE49-F238E27FC236}">
                <a16:creationId xmlns:a16="http://schemas.microsoft.com/office/drawing/2014/main" id="{A2A52C34-E88C-D262-31C4-925333BA6264}"/>
              </a:ext>
            </a:extLst>
          </p:cNvPr>
          <p:cNvPicPr>
            <a:picLocks noChangeAspect="1"/>
          </p:cNvPicPr>
          <p:nvPr/>
        </p:nvPicPr>
        <p:blipFill>
          <a:blip r:embed="rId3"/>
          <a:stretch>
            <a:fillRect/>
          </a:stretch>
        </p:blipFill>
        <p:spPr>
          <a:xfrm>
            <a:off x="420113" y="1017725"/>
            <a:ext cx="2333951" cy="1409897"/>
          </a:xfrm>
          <a:prstGeom prst="rect">
            <a:avLst/>
          </a:prstGeom>
        </p:spPr>
      </p:pic>
      <p:pic>
        <p:nvPicPr>
          <p:cNvPr id="8" name="Picture 7" descr="A close-up of a computer code&#10;&#10;AI-generated content may be incorrect.">
            <a:extLst>
              <a:ext uri="{FF2B5EF4-FFF2-40B4-BE49-F238E27FC236}">
                <a16:creationId xmlns:a16="http://schemas.microsoft.com/office/drawing/2014/main" id="{9364F904-FC8D-BD6F-1F80-8F6997DBE6C0}"/>
              </a:ext>
            </a:extLst>
          </p:cNvPr>
          <p:cNvPicPr>
            <a:picLocks noChangeAspect="1"/>
          </p:cNvPicPr>
          <p:nvPr/>
        </p:nvPicPr>
        <p:blipFill>
          <a:blip r:embed="rId4"/>
          <a:stretch>
            <a:fillRect/>
          </a:stretch>
        </p:blipFill>
        <p:spPr>
          <a:xfrm>
            <a:off x="4002406" y="1017725"/>
            <a:ext cx="4620270" cy="1190791"/>
          </a:xfrm>
          <a:prstGeom prst="rect">
            <a:avLst/>
          </a:prstGeom>
        </p:spPr>
      </p:pic>
      <p:pic>
        <p:nvPicPr>
          <p:cNvPr id="12" name="Picture 11" descr="A computer screen shot of a computer code&#10;&#10;AI-generated content may be incorrect.">
            <a:extLst>
              <a:ext uri="{FF2B5EF4-FFF2-40B4-BE49-F238E27FC236}">
                <a16:creationId xmlns:a16="http://schemas.microsoft.com/office/drawing/2014/main" id="{042E5D2D-5ECB-7538-72CA-EDE48D3B2D62}"/>
              </a:ext>
            </a:extLst>
          </p:cNvPr>
          <p:cNvPicPr>
            <a:picLocks noChangeAspect="1"/>
          </p:cNvPicPr>
          <p:nvPr/>
        </p:nvPicPr>
        <p:blipFill>
          <a:blip r:embed="rId5"/>
          <a:stretch>
            <a:fillRect/>
          </a:stretch>
        </p:blipFill>
        <p:spPr>
          <a:xfrm>
            <a:off x="102076" y="2947718"/>
            <a:ext cx="5829086" cy="1178057"/>
          </a:xfrm>
          <a:prstGeom prst="rect">
            <a:avLst/>
          </a:prstGeom>
        </p:spPr>
      </p:pic>
      <p:sp>
        <p:nvSpPr>
          <p:cNvPr id="15" name="Google Shape;243;p43">
            <a:extLst>
              <a:ext uri="{FF2B5EF4-FFF2-40B4-BE49-F238E27FC236}">
                <a16:creationId xmlns:a16="http://schemas.microsoft.com/office/drawing/2014/main" id="{1368186B-6C0B-0CDF-E509-E43A87CF0B4A}"/>
              </a:ext>
            </a:extLst>
          </p:cNvPr>
          <p:cNvSpPr txBox="1">
            <a:spLocks/>
          </p:cNvSpPr>
          <p:nvPr/>
        </p:nvSpPr>
        <p:spPr>
          <a:xfrm>
            <a:off x="102076" y="246804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Sending to specific clients (based on channel)</a:t>
            </a:r>
          </a:p>
        </p:txBody>
      </p:sp>
      <p:pic>
        <p:nvPicPr>
          <p:cNvPr id="10" name="Picture 9" descr="A computer code with text&#10;&#10;AI-generated content may be incorrect.">
            <a:extLst>
              <a:ext uri="{FF2B5EF4-FFF2-40B4-BE49-F238E27FC236}">
                <a16:creationId xmlns:a16="http://schemas.microsoft.com/office/drawing/2014/main" id="{29A28698-235F-9184-6432-1AA6BD2DEA36}"/>
              </a:ext>
            </a:extLst>
          </p:cNvPr>
          <p:cNvPicPr>
            <a:picLocks noChangeAspect="1"/>
          </p:cNvPicPr>
          <p:nvPr/>
        </p:nvPicPr>
        <p:blipFill>
          <a:blip r:embed="rId6"/>
          <a:stretch>
            <a:fillRect/>
          </a:stretch>
        </p:blipFill>
        <p:spPr>
          <a:xfrm>
            <a:off x="5086199" y="3752905"/>
            <a:ext cx="3900330" cy="1189408"/>
          </a:xfrm>
          <a:prstGeom prst="rect">
            <a:avLst/>
          </a:prstGeom>
        </p:spPr>
      </p:pic>
      <p:sp>
        <p:nvSpPr>
          <p:cNvPr id="16" name="Google Shape;244;p43">
            <a:extLst>
              <a:ext uri="{FF2B5EF4-FFF2-40B4-BE49-F238E27FC236}">
                <a16:creationId xmlns:a16="http://schemas.microsoft.com/office/drawing/2014/main" id="{C3E4574E-DB0A-8BDB-DD09-FF52AB3C6F50}"/>
              </a:ext>
            </a:extLst>
          </p:cNvPr>
          <p:cNvSpPr txBox="1">
            <a:spLocks/>
          </p:cNvSpPr>
          <p:nvPr/>
        </p:nvSpPr>
        <p:spPr>
          <a:xfrm>
            <a:off x="985000" y="2071245"/>
            <a:ext cx="1249251" cy="4445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Server</a:t>
            </a:r>
            <a:endParaRPr lang="en-US" sz="1700" dirty="0">
              <a:solidFill>
                <a:schemeClr val="dk1"/>
              </a:solidFill>
            </a:endParaRPr>
          </a:p>
        </p:txBody>
      </p:sp>
      <p:sp>
        <p:nvSpPr>
          <p:cNvPr id="17" name="Google Shape;244;p43">
            <a:extLst>
              <a:ext uri="{FF2B5EF4-FFF2-40B4-BE49-F238E27FC236}">
                <a16:creationId xmlns:a16="http://schemas.microsoft.com/office/drawing/2014/main" id="{38E4E985-FF9D-225C-0CF5-136D22083DEA}"/>
              </a:ext>
            </a:extLst>
          </p:cNvPr>
          <p:cNvSpPr txBox="1">
            <a:spLocks/>
          </p:cNvSpPr>
          <p:nvPr/>
        </p:nvSpPr>
        <p:spPr>
          <a:xfrm>
            <a:off x="4917349" y="1857302"/>
            <a:ext cx="1249251" cy="4445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Client</a:t>
            </a:r>
            <a:endParaRPr lang="en-US" sz="1700" dirty="0">
              <a:solidFill>
                <a:schemeClr val="dk1"/>
              </a:solidFill>
            </a:endParaRPr>
          </a:p>
        </p:txBody>
      </p:sp>
      <p:sp>
        <p:nvSpPr>
          <p:cNvPr id="18" name="Google Shape;244;p43">
            <a:extLst>
              <a:ext uri="{FF2B5EF4-FFF2-40B4-BE49-F238E27FC236}">
                <a16:creationId xmlns:a16="http://schemas.microsoft.com/office/drawing/2014/main" id="{23422A31-F9C6-2CA2-3C5C-673356DD5903}"/>
              </a:ext>
            </a:extLst>
          </p:cNvPr>
          <p:cNvSpPr txBox="1">
            <a:spLocks/>
          </p:cNvSpPr>
          <p:nvPr/>
        </p:nvSpPr>
        <p:spPr>
          <a:xfrm>
            <a:off x="1092324" y="3681270"/>
            <a:ext cx="1249251" cy="4445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Server</a:t>
            </a:r>
            <a:endParaRPr lang="en-US" sz="1700" dirty="0">
              <a:solidFill>
                <a:schemeClr val="dk1"/>
              </a:solidFill>
            </a:endParaRPr>
          </a:p>
        </p:txBody>
      </p:sp>
      <p:sp>
        <p:nvSpPr>
          <p:cNvPr id="19" name="Google Shape;244;p43">
            <a:extLst>
              <a:ext uri="{FF2B5EF4-FFF2-40B4-BE49-F238E27FC236}">
                <a16:creationId xmlns:a16="http://schemas.microsoft.com/office/drawing/2014/main" id="{7FBE8CEE-7615-6808-455B-4009165B3883}"/>
              </a:ext>
            </a:extLst>
          </p:cNvPr>
          <p:cNvSpPr txBox="1">
            <a:spLocks/>
          </p:cNvSpPr>
          <p:nvPr/>
        </p:nvSpPr>
        <p:spPr>
          <a:xfrm>
            <a:off x="7478098" y="3903104"/>
            <a:ext cx="1249251" cy="4445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317500">
              <a:buClr>
                <a:schemeClr val="dk1"/>
              </a:buClr>
              <a:buSzPts val="1400"/>
              <a:buFont typeface="Arial"/>
              <a:buChar char="-"/>
            </a:pPr>
            <a:r>
              <a:rPr lang="en-US" sz="1400" dirty="0">
                <a:solidFill>
                  <a:schemeClr val="dk1"/>
                </a:solidFill>
              </a:rPr>
              <a:t>Client</a:t>
            </a:r>
            <a:endParaRPr lang="en-US" sz="1700" dirty="0">
              <a:solidFill>
                <a:schemeClr val="dk1"/>
              </a:solidFill>
            </a:endParaRPr>
          </a:p>
        </p:txBody>
      </p:sp>
    </p:spTree>
    <p:extLst>
      <p:ext uri="{BB962C8B-B14F-4D97-AF65-F5344CB8AC3E}">
        <p14:creationId xmlns:p14="http://schemas.microsoft.com/office/powerpoint/2010/main" val="2660192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0DCF-7944-B657-ED84-04495A5B227B}"/>
              </a:ext>
            </a:extLst>
          </p:cNvPr>
          <p:cNvSpPr>
            <a:spLocks noGrp="1"/>
          </p:cNvSpPr>
          <p:nvPr>
            <p:ph type="title"/>
          </p:nvPr>
        </p:nvSpPr>
        <p:spPr/>
        <p:txBody>
          <a:bodyPr>
            <a:normAutofit fontScale="90000"/>
          </a:bodyPr>
          <a:lstStyle/>
          <a:p>
            <a:r>
              <a:rPr lang="en-US" dirty="0"/>
              <a:t>Lab Demo: Chatting APP</a:t>
            </a:r>
          </a:p>
        </p:txBody>
      </p:sp>
      <p:pic>
        <p:nvPicPr>
          <p:cNvPr id="5" name="Picture 4" descr="A screenshot of a computer&#10;&#10;AI-generated content may be incorrect.">
            <a:extLst>
              <a:ext uri="{FF2B5EF4-FFF2-40B4-BE49-F238E27FC236}">
                <a16:creationId xmlns:a16="http://schemas.microsoft.com/office/drawing/2014/main" id="{347BAB58-EB70-C630-1F05-99E5D4247AFF}"/>
              </a:ext>
            </a:extLst>
          </p:cNvPr>
          <p:cNvPicPr>
            <a:picLocks noChangeAspect="1"/>
          </p:cNvPicPr>
          <p:nvPr/>
        </p:nvPicPr>
        <p:blipFill>
          <a:blip r:embed="rId2"/>
          <a:stretch>
            <a:fillRect/>
          </a:stretch>
        </p:blipFill>
        <p:spPr>
          <a:xfrm>
            <a:off x="959476" y="1177532"/>
            <a:ext cx="6880960" cy="3817871"/>
          </a:xfrm>
          <a:prstGeom prst="rect">
            <a:avLst/>
          </a:prstGeom>
        </p:spPr>
      </p:pic>
    </p:spTree>
    <p:extLst>
      <p:ext uri="{BB962C8B-B14F-4D97-AF65-F5344CB8AC3E}">
        <p14:creationId xmlns:p14="http://schemas.microsoft.com/office/powerpoint/2010/main" val="60100982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TotalTime>
  <Words>1381</Words>
  <Application>Microsoft Office PowerPoint</Application>
  <PresentationFormat>On-screen Show (16:9)</PresentationFormat>
  <Paragraphs>117</Paragraphs>
  <Slides>20</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Simple Light</vt:lpstr>
      <vt:lpstr>Web Development</vt:lpstr>
      <vt:lpstr>Agenda Overview</vt:lpstr>
      <vt:lpstr>What is Web 3?</vt:lpstr>
      <vt:lpstr>Web 3 Core Technologies –  Blockchain </vt:lpstr>
      <vt:lpstr>Web 3 Core Technologies –  Smart Contracts</vt:lpstr>
      <vt:lpstr>Web 3 Core Technologies – Digital Wallets</vt:lpstr>
      <vt:lpstr>Web 3 Core Technologies – Transactions and Tokens</vt:lpstr>
      <vt:lpstr>Decentralized Applications – dApps </vt:lpstr>
      <vt:lpstr>Decentralized Applications – Examples</vt:lpstr>
      <vt:lpstr>Sockets and WebSockets</vt:lpstr>
      <vt:lpstr>What are Sockets and WebSockets?</vt:lpstr>
      <vt:lpstr>WebSockets vs HTTP?</vt:lpstr>
      <vt:lpstr>Sockets in Action using Node</vt:lpstr>
      <vt:lpstr>Sockets in Action using Node</vt:lpstr>
      <vt:lpstr>WebSockets in Action</vt:lpstr>
      <vt:lpstr>WebSockets in Action</vt:lpstr>
      <vt:lpstr>WebSockets Lifecycle</vt:lpstr>
      <vt:lpstr>WebSockets Lifecycle</vt:lpstr>
      <vt:lpstr>Sending and Receiving JSON</vt:lpstr>
      <vt:lpstr>Lab Demo: Chatting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Hamdy  Osama Mohammed El-Sayed Farag</cp:lastModifiedBy>
  <cp:revision>1</cp:revision>
  <dcterms:modified xsi:type="dcterms:W3CDTF">2025-12-16T16:17:01Z</dcterms:modified>
</cp:coreProperties>
</file>